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7.png" ContentType="image/png"/>
  <Override PartName="/ppt/media/image56.png" ContentType="image/png"/>
  <Override PartName="/ppt/media/image55.png" ContentType="image/png"/>
  <Override PartName="/ppt/media/image20.jpeg" ContentType="image/jpeg"/>
  <Override PartName="/ppt/media/image54.png" ContentType="image/png"/>
  <Override PartName="/ppt/media/image76.jpeg" ContentType="image/jpeg"/>
  <Override PartName="/ppt/media/image58.jpeg" ContentType="image/jpeg"/>
  <Override PartName="/ppt/media/image53.png" ContentType="image/png"/>
  <Override PartName="/ppt/media/image52.png" ContentType="image/png"/>
  <Override PartName="/ppt/media/image51.jpeg" ContentType="image/jpeg"/>
  <Override PartName="/ppt/media/image50.png" ContentType="image/png"/>
  <Override PartName="/ppt/media/image48.jpeg" ContentType="image/jpeg"/>
  <Override PartName="/ppt/media/image46.png" ContentType="image/png"/>
  <Override PartName="/ppt/media/image45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1.jpeg" ContentType="image/jpeg"/>
  <Override PartName="/ppt/media/image37.jpeg" ContentType="image/jpeg"/>
  <Override PartName="/ppt/media/image117.png" ContentType="image/png"/>
  <Override PartName="/ppt/media/image30.png" ContentType="image/png"/>
  <Override PartName="/ppt/media/image9.png" ContentType="image/png"/>
  <Override PartName="/ppt/media/image39.jpeg" ContentType="image/jpeg"/>
  <Override PartName="/ppt/media/image5.png" ContentType="image/png"/>
  <Override PartName="/ppt/media/image17.png" ContentType="image/png"/>
  <Override PartName="/ppt/media/image82.png" ContentType="image/png"/>
  <Override PartName="/ppt/media/image98.jpeg" ContentType="image/jpeg"/>
  <Override PartName="/ppt/media/image38.png" ContentType="image/png"/>
  <Override PartName="/ppt/media/image8.png" ContentType="image/png"/>
  <Override PartName="/ppt/media/image85.png" ContentType="image/png"/>
  <Override PartName="/ppt/media/image49.png" ContentType="image/png"/>
  <Override PartName="/ppt/media/image65.jpeg" ContentType="image/jpeg"/>
  <Override PartName="/ppt/media/image100.png" ContentType="image/png"/>
  <Override PartName="/ppt/media/image12.png" ContentType="image/png"/>
  <Override PartName="/ppt/media/image109.png" ContentType="image/png"/>
  <Override PartName="/ppt/media/image7.png" ContentType="image/png"/>
  <Override PartName="/ppt/media/image19.png" ContentType="image/png"/>
  <Override PartName="/ppt/media/image62.jpeg" ContentType="image/jpeg"/>
  <Override PartName="/ppt/media/image84.png" ContentType="image/png"/>
  <Override PartName="/ppt/media/image36.png" ContentType="image/png"/>
  <Override PartName="/ppt/media/image6.png" ContentType="image/png"/>
  <Override PartName="/ppt/media/image18.png" ContentType="image/png"/>
  <Override PartName="/ppt/media/image83.png" ContentType="image/png"/>
  <Override PartName="/ppt/media/image29.png" ContentType="image/png"/>
  <Override PartName="/ppt/media/image94.png" ContentType="image/png"/>
  <Override PartName="/ppt/media/image44.png" ContentType="image/png"/>
  <Override PartName="/ppt/media/image13.jpeg" ContentType="image/jpeg"/>
  <Override PartName="/ppt/media/image23.png" ContentType="image/png"/>
  <Override PartName="/ppt/media/image34.png" ContentType="image/png"/>
  <Override PartName="/ppt/media/image4.png" ContentType="image/png"/>
  <Override PartName="/ppt/media/image16.png" ContentType="image/png"/>
  <Override PartName="/ppt/media/image81.png" ContentType="image/png"/>
  <Override PartName="/ppt/media/image27.png" ContentType="image/png"/>
  <Override PartName="/ppt/media/image92.png" ContentType="image/png"/>
  <Override PartName="/ppt/media/image33.png" ContentType="image/png"/>
  <Override PartName="/ppt/media/image3.png" ContentType="image/png"/>
  <Override PartName="/ppt/media/image15.png" ContentType="image/png"/>
  <Override PartName="/ppt/media/image80.png" ContentType="image/png"/>
  <Override PartName="/ppt/media/image26.png" ContentType="image/png"/>
  <Override PartName="/ppt/media/image32.png" ContentType="image/png"/>
  <Override PartName="/ppt/media/image71.png" ContentType="image/png"/>
  <Override PartName="/ppt/media/image115.png" ContentType="image/png"/>
  <Override PartName="/ppt/media/image72.png" ContentType="image/png"/>
  <Override PartName="/ppt/media/image116.png" ContentType="image/png"/>
  <Override PartName="/ppt/media/image74.png" ContentType="image/png"/>
  <Override PartName="/ppt/media/image78.jpeg" ContentType="image/jpeg"/>
  <Override PartName="/ppt/media/image75.png" ContentType="image/png"/>
  <Override PartName="/ppt/media/image88.jpeg" ContentType="image/jpeg"/>
  <Override PartName="/ppt/media/image86.jpeg" ContentType="image/jpeg"/>
  <Override PartName="/ppt/media/image111.png" ContentType="image/png"/>
  <Override PartName="/ppt/media/image89.png" ContentType="image/png"/>
  <Override PartName="/ppt/media/image77.png" ContentType="image/png"/>
  <Override PartName="/ppt/media/image97.png" ContentType="image/png"/>
  <Override PartName="/ppt/media/image96.png" ContentType="image/png"/>
  <Override PartName="/ppt/media/image87.png" ContentType="image/png"/>
  <Override PartName="/ppt/media/image104.jpeg" ContentType="image/jpeg"/>
  <Override PartName="/ppt/media/image103.jpeg" ContentType="image/jpeg"/>
  <Override PartName="/ppt/media/image95.png" ContentType="image/png"/>
  <Override PartName="/ppt/media/image102.png" ContentType="image/png"/>
  <Override PartName="/ppt/media/image114.png" ContentType="image/png"/>
  <Override PartName="/ppt/media/image91.jpeg" ContentType="image/jpeg"/>
  <Override PartName="/ppt/media/image70.png" ContentType="image/png"/>
  <Override PartName="/ppt/media/image93.png" ContentType="image/png"/>
  <Override PartName="/ppt/media/image28.png" ContentType="image/png"/>
  <Override PartName="/ppt/media/image110.jpeg" ContentType="image/jpeg"/>
  <Override PartName="/ppt/media/image113.png" ContentType="image/png"/>
  <Override PartName="/ppt/media/image79.png" ContentType="image/png"/>
  <Override PartName="/ppt/media/image101.png" ContentType="image/png"/>
  <Override PartName="/ppt/media/image99.png" ContentType="image/png"/>
  <Override PartName="/ppt/media/image106.png" ContentType="image/png"/>
  <Override PartName="/ppt/media/image112.png" ContentType="image/png"/>
  <Override PartName="/ppt/media/image108.png" ContentType="image/png"/>
  <Override PartName="/ppt/media/image105.png" ContentType="image/png"/>
  <Override PartName="/ppt/media/image61.png" ContentType="image/png"/>
  <Override PartName="/ppt/media/image68.png" ContentType="image/png"/>
  <Override PartName="/ppt/media/image14.png" ContentType="image/png"/>
  <Override PartName="/ppt/media/image2.png" ContentType="image/png"/>
  <Override PartName="/ppt/media/image120.png" ContentType="image/png"/>
  <Override PartName="/ppt/media/image69.png" ContentType="image/png"/>
  <Override PartName="/ppt/media/image67.jpeg" ContentType="image/jpeg"/>
  <Override PartName="/ppt/media/image66.png" ContentType="image/png"/>
  <Override PartName="/ppt/media/image63.png" ContentType="image/png"/>
  <Override PartName="/ppt/media/image64.png" ContentType="image/png"/>
  <Override PartName="/ppt/media/image60.jpeg" ContentType="image/jpeg"/>
  <Override PartName="/ppt/media/image73.jpeg" ContentType="image/jpeg"/>
  <Override PartName="/ppt/media/image24.png" ContentType="image/png"/>
  <Override PartName="/ppt/media/image11.jpeg" ContentType="image/jpeg"/>
  <Override PartName="/ppt/media/image119.png" ContentType="image/png"/>
  <Override PartName="/ppt/media/image22.png" ContentType="image/png"/>
  <Override PartName="/ppt/media/image59.png" ContentType="image/png"/>
  <Override PartName="/ppt/media/image107.png" ContentType="image/png"/>
  <Override PartName="/ppt/media/image10.png" ContentType="image/png"/>
  <Override PartName="/ppt/media/image118.png" ContentType="image/png"/>
  <Override PartName="/ppt/media/image21.png" ContentType="image/png"/>
  <Override PartName="/ppt/media/image1.jpeg" ContentType="image/jpeg"/>
  <Override PartName="/ppt/media/image35.jpeg" ContentType="image/jpeg"/>
  <Override PartName="/ppt/media/image47.png" ContentType="image/png"/>
  <Override PartName="/ppt/media/image25.png" ContentType="image/png"/>
  <Override PartName="/ppt/media/image90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EA76C727-C33A-4C54-B534-7641717D0FE8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2/17/25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9BB54363-1DB6-4AA5-98F2-CADE5EC7054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png"/><Relationship Id="rId3" Type="http://schemas.openxmlformats.org/officeDocument/2006/relationships/image" Target="../media/image13.jpe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jpeg"/><Relationship Id="rId6" Type="http://schemas.openxmlformats.org/officeDocument/2006/relationships/image" Target="../media/image36.png"/><Relationship Id="rId7" Type="http://schemas.openxmlformats.org/officeDocument/2006/relationships/image" Target="../media/image37.jpeg"/><Relationship Id="rId8" Type="http://schemas.openxmlformats.org/officeDocument/2006/relationships/image" Target="../media/image38.png"/><Relationship Id="rId9" Type="http://schemas.openxmlformats.org/officeDocument/2006/relationships/image" Target="../media/image39.jpe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Relationship Id="rId1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jpe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image" Target="../media/image59.png"/><Relationship Id="rId3" Type="http://schemas.openxmlformats.org/officeDocument/2006/relationships/image" Target="../media/image60.jpeg"/><Relationship Id="rId4" Type="http://schemas.openxmlformats.org/officeDocument/2006/relationships/image" Target="../media/image61.png"/><Relationship Id="rId5" Type="http://schemas.openxmlformats.org/officeDocument/2006/relationships/image" Target="../media/image62.jpe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jpeg"/><Relationship Id="rId9" Type="http://schemas.openxmlformats.org/officeDocument/2006/relationships/image" Target="../media/image66.png"/><Relationship Id="rId10" Type="http://schemas.openxmlformats.org/officeDocument/2006/relationships/image" Target="../media/image67.jpe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Relationship Id="rId16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3.jpeg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jpeg"/><Relationship Id="rId5" Type="http://schemas.openxmlformats.org/officeDocument/2006/relationships/image" Target="../media/image77.png"/><Relationship Id="rId6" Type="http://schemas.openxmlformats.org/officeDocument/2006/relationships/image" Target="../media/image78.jpe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6.jpeg"/><Relationship Id="rId2" Type="http://schemas.openxmlformats.org/officeDocument/2006/relationships/image" Target="../media/image87.png"/><Relationship Id="rId3" Type="http://schemas.openxmlformats.org/officeDocument/2006/relationships/image" Target="../media/image88.jpe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jpe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96.png"/><Relationship Id="rId12" Type="http://schemas.openxmlformats.org/officeDocument/2006/relationships/image" Target="../media/image97.png"/><Relationship Id="rId1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8.jpeg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jpeg"/><Relationship Id="rId7" Type="http://schemas.openxmlformats.org/officeDocument/2006/relationships/image" Target="../media/image104.jpeg"/><Relationship Id="rId8" Type="http://schemas.openxmlformats.org/officeDocument/2006/relationships/image" Target="../media/image105.png"/><Relationship Id="rId9" Type="http://schemas.openxmlformats.org/officeDocument/2006/relationships/image" Target="../media/image106.png"/><Relationship Id="rId10" Type="http://schemas.openxmlformats.org/officeDocument/2006/relationships/image" Target="../media/image107.png"/><Relationship Id="rId11" Type="http://schemas.openxmlformats.org/officeDocument/2006/relationships/image" Target="../media/image108.png"/><Relationship Id="rId12" Type="http://schemas.openxmlformats.org/officeDocument/2006/relationships/image" Target="../media/image109.png"/><Relationship Id="rId1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0.jpeg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Relationship Id="rId9" Type="http://schemas.openxmlformats.org/officeDocument/2006/relationships/image" Target="../media/image118.png"/><Relationship Id="rId10" Type="http://schemas.openxmlformats.org/officeDocument/2006/relationships/image" Target="../media/image119.png"/><Relationship Id="rId11" Type="http://schemas.openxmlformats.org/officeDocument/2006/relationships/image" Target="../media/image120.png"/><Relationship Id="rId1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0"/>
            <a:ext cx="18287640" cy="1028664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>
              <a:fillRect l="0" t="-146907" r="0" b="-146907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CustomShape 2"/>
          <p:cNvSpPr/>
          <p:nvPr/>
        </p:nvSpPr>
        <p:spPr>
          <a:xfrm>
            <a:off x="2487600" y="1028880"/>
            <a:ext cx="13312080" cy="8229240"/>
          </a:xfrm>
          <a:custGeom>
            <a:avLst/>
            <a:gdLst/>
            <a:ahLst/>
            <a:rect l="l" t="t" r="r" b="b"/>
            <a:pathLst>
              <a:path w="13312588" h="8229600">
                <a:moveTo>
                  <a:pt x="0" y="0"/>
                </a:moveTo>
                <a:lnTo>
                  <a:pt x="13312588" y="0"/>
                </a:lnTo>
                <a:lnTo>
                  <a:pt x="133125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CustomShape 3"/>
          <p:cNvSpPr/>
          <p:nvPr/>
        </p:nvSpPr>
        <p:spPr>
          <a:xfrm rot="1291200">
            <a:off x="-2294280" y="5082120"/>
            <a:ext cx="5263560" cy="5340960"/>
          </a:xfrm>
          <a:custGeom>
            <a:avLst/>
            <a:gdLst/>
            <a:ahLst/>
            <a:rect l="l" t="t" r="r" b="b"/>
            <a:pathLst>
              <a:path w="5264097" h="5341297">
                <a:moveTo>
                  <a:pt x="0" y="0"/>
                </a:moveTo>
                <a:lnTo>
                  <a:pt x="5264097" y="0"/>
                </a:lnTo>
                <a:lnTo>
                  <a:pt x="5264097" y="5341298"/>
                </a:lnTo>
                <a:lnTo>
                  <a:pt x="0" y="53412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CustomShape 4"/>
          <p:cNvSpPr/>
          <p:nvPr/>
        </p:nvSpPr>
        <p:spPr>
          <a:xfrm rot="872400">
            <a:off x="16351920" y="2251080"/>
            <a:ext cx="3872160" cy="2336040"/>
          </a:xfrm>
          <a:custGeom>
            <a:avLst/>
            <a:gdLst/>
            <a:ahLst/>
            <a:rect l="l" t="t" r="r" b="b"/>
            <a:pathLst>
              <a:path w="3872587" h="2336239">
                <a:moveTo>
                  <a:pt x="0" y="0"/>
                </a:moveTo>
                <a:lnTo>
                  <a:pt x="3872586" y="0"/>
                </a:lnTo>
                <a:lnTo>
                  <a:pt x="3872586" y="2336239"/>
                </a:lnTo>
                <a:lnTo>
                  <a:pt x="0" y="233623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>
              <a:fillRect l="0" t="0" r="-418836" b="2591931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5" name="Group 5"/>
          <p:cNvGrpSpPr/>
          <p:nvPr/>
        </p:nvGrpSpPr>
        <p:grpSpPr>
          <a:xfrm>
            <a:off x="5935680" y="7156800"/>
            <a:ext cx="6416280" cy="1115280"/>
            <a:chOff x="5935680" y="7156800"/>
            <a:chExt cx="6416280" cy="1115280"/>
          </a:xfrm>
        </p:grpSpPr>
        <p:sp>
          <p:nvSpPr>
            <p:cNvPr id="46" name="CustomShape 6"/>
            <p:cNvSpPr/>
            <p:nvPr/>
          </p:nvSpPr>
          <p:spPr>
            <a:xfrm>
              <a:off x="5935680" y="7355520"/>
              <a:ext cx="6416280" cy="916200"/>
            </a:xfrm>
            <a:custGeom>
              <a:avLst/>
              <a:gdLst/>
              <a:ahLst/>
              <a:rect l="l" t="t" r="r" b="b"/>
              <a:pathLst>
                <a:path w="1844402" h="263502">
                  <a:moveTo>
                    <a:pt x="120657" y="0"/>
                  </a:moveTo>
                  <a:lnTo>
                    <a:pt x="1723745" y="0"/>
                  </a:lnTo>
                  <a:cubicBezTo>
                    <a:pt x="1755746" y="0"/>
                    <a:pt x="1786435" y="12712"/>
                    <a:pt x="1809063" y="35340"/>
                  </a:cubicBezTo>
                  <a:cubicBezTo>
                    <a:pt x="1831690" y="57967"/>
                    <a:pt x="1844402" y="88657"/>
                    <a:pt x="1844402" y="120657"/>
                  </a:cubicBezTo>
                  <a:lnTo>
                    <a:pt x="1844402" y="142845"/>
                  </a:lnTo>
                  <a:cubicBezTo>
                    <a:pt x="1844402" y="174845"/>
                    <a:pt x="1831690" y="205535"/>
                    <a:pt x="1809063" y="228162"/>
                  </a:cubicBezTo>
                  <a:cubicBezTo>
                    <a:pt x="1786435" y="250790"/>
                    <a:pt x="1755746" y="263502"/>
                    <a:pt x="1723745" y="263502"/>
                  </a:cubicBezTo>
                  <a:lnTo>
                    <a:pt x="120657" y="263502"/>
                  </a:lnTo>
                  <a:cubicBezTo>
                    <a:pt x="88657" y="263502"/>
                    <a:pt x="57967" y="250790"/>
                    <a:pt x="35340" y="228162"/>
                  </a:cubicBezTo>
                  <a:cubicBezTo>
                    <a:pt x="12712" y="205535"/>
                    <a:pt x="0" y="174845"/>
                    <a:pt x="0" y="142845"/>
                  </a:cubicBezTo>
                  <a:lnTo>
                    <a:pt x="0" y="120657"/>
                  </a:lnTo>
                  <a:cubicBezTo>
                    <a:pt x="0" y="88657"/>
                    <a:pt x="12712" y="57967"/>
                    <a:pt x="35340" y="35340"/>
                  </a:cubicBezTo>
                  <a:cubicBezTo>
                    <a:pt x="57967" y="12712"/>
                    <a:pt x="88657" y="0"/>
                    <a:pt x="120657" y="0"/>
                  </a:cubicBezTo>
                  <a:close/>
                </a:path>
              </a:pathLst>
            </a:custGeom>
            <a:solidFill>
              <a:srgbClr val="33323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" name="CustomShape 7"/>
            <p:cNvSpPr/>
            <p:nvPr/>
          </p:nvSpPr>
          <p:spPr>
            <a:xfrm>
              <a:off x="5935680" y="7156800"/>
              <a:ext cx="6416280" cy="11152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ts val="3779"/>
                </a:lnSpc>
              </a:pPr>
              <a:r>
                <a:rPr b="0" lang="en-US" sz="2700" spc="-1" strike="noStrike">
                  <a:solidFill>
                    <a:srgbClr val="ffffff"/>
                  </a:solidFill>
                  <a:latin typeface="Quicksand"/>
                  <a:ea typeface="Quicksand"/>
                </a:rPr>
                <a:t>Check the next slide to learn more</a:t>
              </a:r>
              <a:endParaRPr b="0" lang="en-US" sz="2700" spc="-1" strike="noStrike">
                <a:latin typeface="Arial"/>
              </a:endParaRPr>
            </a:p>
          </p:txBody>
        </p:sp>
      </p:grpSp>
      <p:sp>
        <p:nvSpPr>
          <p:cNvPr id="48" name="CustomShape 8"/>
          <p:cNvSpPr/>
          <p:nvPr/>
        </p:nvSpPr>
        <p:spPr>
          <a:xfrm rot="20736000">
            <a:off x="15346440" y="5945040"/>
            <a:ext cx="1546920" cy="2169000"/>
          </a:xfrm>
          <a:custGeom>
            <a:avLst/>
            <a:gdLst/>
            <a:ahLst/>
            <a:rect l="l" t="t" r="r" b="b"/>
            <a:pathLst>
              <a:path w="1547259" h="2169197">
                <a:moveTo>
                  <a:pt x="0" y="0"/>
                </a:moveTo>
                <a:lnTo>
                  <a:pt x="1547259" y="0"/>
                </a:lnTo>
                <a:lnTo>
                  <a:pt x="1547259" y="2169196"/>
                </a:lnTo>
                <a:lnTo>
                  <a:pt x="0" y="21691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CustomShape 9"/>
          <p:cNvSpPr/>
          <p:nvPr/>
        </p:nvSpPr>
        <p:spPr>
          <a:xfrm rot="21508200">
            <a:off x="1501560" y="2444040"/>
            <a:ext cx="1971360" cy="1950120"/>
          </a:xfrm>
          <a:custGeom>
            <a:avLst/>
            <a:gdLst/>
            <a:ahLst/>
            <a:rect l="l" t="t" r="r" b="b"/>
            <a:pathLst>
              <a:path w="1971838" h="1950328">
                <a:moveTo>
                  <a:pt x="0" y="0"/>
                </a:moveTo>
                <a:lnTo>
                  <a:pt x="1971838" y="0"/>
                </a:lnTo>
                <a:lnTo>
                  <a:pt x="1971838" y="1950328"/>
                </a:lnTo>
                <a:lnTo>
                  <a:pt x="0" y="19503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CustomShape 10"/>
          <p:cNvSpPr/>
          <p:nvPr/>
        </p:nvSpPr>
        <p:spPr>
          <a:xfrm>
            <a:off x="16963200" y="484488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0" y="0"/>
                </a:moveTo>
                <a:lnTo>
                  <a:pt x="592046" y="0"/>
                </a:lnTo>
                <a:lnTo>
                  <a:pt x="592046" y="597432"/>
                </a:lnTo>
                <a:lnTo>
                  <a:pt x="0" y="5974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CustomShape 11"/>
          <p:cNvSpPr/>
          <p:nvPr/>
        </p:nvSpPr>
        <p:spPr>
          <a:xfrm flipH="1">
            <a:off x="1028880" y="102888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592046" y="0"/>
                </a:moveTo>
                <a:lnTo>
                  <a:pt x="0" y="0"/>
                </a:lnTo>
                <a:lnTo>
                  <a:pt x="0" y="597432"/>
                </a:lnTo>
                <a:lnTo>
                  <a:pt x="592046" y="597432"/>
                </a:lnTo>
                <a:lnTo>
                  <a:pt x="592046" y="0"/>
                </a:lnTo>
                <a:close/>
              </a:path>
            </a:pathLst>
          </a:custGeom>
          <a:blipFill rotWithShape="0">
            <a:blip r:embed="rId8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CustomShape 12"/>
          <p:cNvSpPr/>
          <p:nvPr/>
        </p:nvSpPr>
        <p:spPr>
          <a:xfrm flipH="1" rot="3980400">
            <a:off x="16769880" y="8272080"/>
            <a:ext cx="976680" cy="985680"/>
          </a:xfrm>
          <a:custGeom>
            <a:avLst/>
            <a:gdLst/>
            <a:ahLst/>
            <a:rect l="l" t="t" r="r" b="b"/>
            <a:pathLst>
              <a:path w="977061" h="985949">
                <a:moveTo>
                  <a:pt x="977060" y="0"/>
                </a:moveTo>
                <a:lnTo>
                  <a:pt x="0" y="0"/>
                </a:lnTo>
                <a:lnTo>
                  <a:pt x="0" y="985949"/>
                </a:lnTo>
                <a:lnTo>
                  <a:pt x="977060" y="985949"/>
                </a:lnTo>
                <a:lnTo>
                  <a:pt x="977060" y="0"/>
                </a:lnTo>
                <a:close/>
              </a:path>
            </a:pathLst>
          </a:custGeom>
          <a:blipFill rotWithShape="0">
            <a:blip r:embed="rId9"/>
            <a:stretch>
              <a:fillRect l="-3779840" t="-4457957" r="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13"/>
          <p:cNvSpPr/>
          <p:nvPr/>
        </p:nvSpPr>
        <p:spPr>
          <a:xfrm rot="14938800">
            <a:off x="1404720" y="5048640"/>
            <a:ext cx="563400" cy="558360"/>
          </a:xfrm>
          <a:custGeom>
            <a:avLst/>
            <a:gdLst/>
            <a:ahLst/>
            <a:rect l="l" t="t" r="r" b="b"/>
            <a:pathLst>
              <a:path w="563733" h="558845">
                <a:moveTo>
                  <a:pt x="0" y="0"/>
                </a:moveTo>
                <a:lnTo>
                  <a:pt x="563732" y="0"/>
                </a:lnTo>
                <a:lnTo>
                  <a:pt x="563732" y="558845"/>
                </a:lnTo>
                <a:lnTo>
                  <a:pt x="0" y="5588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tretch>
              <a:fillRect l="3768613" t="2301109" r="-866843" b="-1986223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CustomShape 14"/>
          <p:cNvSpPr/>
          <p:nvPr/>
        </p:nvSpPr>
        <p:spPr>
          <a:xfrm>
            <a:off x="3997800" y="4080600"/>
            <a:ext cx="10292400" cy="273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10774"/>
              </a:lnSpc>
            </a:pPr>
            <a:r>
              <a:rPr b="0" lang="en-US" sz="11970" spc="-1" strike="noStrike">
                <a:solidFill>
                  <a:srgbClr val="333231"/>
                </a:solidFill>
                <a:latin typeface="Fredoka"/>
                <a:ea typeface="Fredoka"/>
              </a:rPr>
              <a:t>I'm Takehiro Kanegi</a:t>
            </a:r>
            <a:endParaRPr b="0" lang="en-US" sz="11970" spc="-1" strike="noStrike">
              <a:latin typeface="Arial"/>
            </a:endParaRPr>
          </a:p>
        </p:txBody>
      </p:sp>
      <p:sp>
        <p:nvSpPr>
          <p:cNvPr id="55" name="CustomShape 15"/>
          <p:cNvSpPr/>
          <p:nvPr/>
        </p:nvSpPr>
        <p:spPr>
          <a:xfrm>
            <a:off x="5615280" y="3139560"/>
            <a:ext cx="7057080" cy="60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4799"/>
              </a:lnSpc>
            </a:pPr>
            <a:r>
              <a:rPr b="0" lang="en-US" sz="4800" spc="-1" strike="noStrike">
                <a:solidFill>
                  <a:srgbClr val="333231"/>
                </a:solidFill>
                <a:latin typeface="Fredoka"/>
                <a:ea typeface="Fredoka"/>
              </a:rPr>
              <a:t>Hi..! Nice to meet you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0" y="0"/>
            <a:ext cx="18287640" cy="1028664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>
              <a:fillRect l="0" t="-146907" r="0" b="-146907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CustomShape 2"/>
          <p:cNvSpPr/>
          <p:nvPr/>
        </p:nvSpPr>
        <p:spPr>
          <a:xfrm>
            <a:off x="9221760" y="2274120"/>
            <a:ext cx="7044840" cy="6481440"/>
          </a:xfrm>
          <a:custGeom>
            <a:avLst/>
            <a:gdLst/>
            <a:ahLst/>
            <a:rect l="l" t="t" r="r" b="b"/>
            <a:pathLst>
              <a:path w="7045291" h="6481667">
                <a:moveTo>
                  <a:pt x="0" y="0"/>
                </a:moveTo>
                <a:lnTo>
                  <a:pt x="7045291" y="0"/>
                </a:lnTo>
                <a:lnTo>
                  <a:pt x="7045291" y="6481668"/>
                </a:lnTo>
                <a:lnTo>
                  <a:pt x="0" y="64816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8" name="Group 3"/>
          <p:cNvGrpSpPr/>
          <p:nvPr/>
        </p:nvGrpSpPr>
        <p:grpSpPr>
          <a:xfrm>
            <a:off x="9723600" y="2837520"/>
            <a:ext cx="5965200" cy="4585320"/>
            <a:chOff x="9723600" y="2837520"/>
            <a:chExt cx="5965200" cy="4585320"/>
          </a:xfrm>
        </p:grpSpPr>
        <p:sp>
          <p:nvSpPr>
            <p:cNvPr id="59" name="CustomShape 4"/>
            <p:cNvSpPr/>
            <p:nvPr/>
          </p:nvSpPr>
          <p:spPr>
            <a:xfrm>
              <a:off x="9723600" y="2837520"/>
              <a:ext cx="5965200" cy="4585320"/>
            </a:xfrm>
            <a:custGeom>
              <a:avLst/>
              <a:gdLst/>
              <a:ahLst/>
              <a:rect l="l" t="t" r="r" b="b"/>
              <a:pathLst>
                <a:path w="6455029" h="4962271">
                  <a:moveTo>
                    <a:pt x="6422771" y="4524121"/>
                  </a:moveTo>
                  <a:cubicBezTo>
                    <a:pt x="6422771" y="4524121"/>
                    <a:pt x="6422898" y="4524121"/>
                    <a:pt x="6422898" y="4523994"/>
                  </a:cubicBezTo>
                  <a:cubicBezTo>
                    <a:pt x="6423660" y="4524629"/>
                    <a:pt x="6425184" y="4526026"/>
                    <a:pt x="6430391" y="4530217"/>
                  </a:cubicBezTo>
                  <a:cubicBezTo>
                    <a:pt x="6430391" y="4530217"/>
                    <a:pt x="6430264" y="4530090"/>
                    <a:pt x="6422771" y="4524121"/>
                  </a:cubicBezTo>
                  <a:close/>
                  <a:moveTo>
                    <a:pt x="6442202" y="4153408"/>
                  </a:moveTo>
                  <a:cubicBezTo>
                    <a:pt x="6412357" y="3041523"/>
                    <a:pt x="6434963" y="1872361"/>
                    <a:pt x="6434963" y="802513"/>
                  </a:cubicBezTo>
                  <a:cubicBezTo>
                    <a:pt x="6429756" y="557530"/>
                    <a:pt x="6423025" y="232664"/>
                    <a:pt x="6435471" y="0"/>
                  </a:cubicBezTo>
                  <a:cubicBezTo>
                    <a:pt x="6340856" y="43815"/>
                    <a:pt x="6292723" y="17653"/>
                    <a:pt x="6189345" y="30353"/>
                  </a:cubicBezTo>
                  <a:cubicBezTo>
                    <a:pt x="6158230" y="54610"/>
                    <a:pt x="6113653" y="95250"/>
                    <a:pt x="6032754" y="100838"/>
                  </a:cubicBezTo>
                  <a:cubicBezTo>
                    <a:pt x="6051296" y="140081"/>
                    <a:pt x="5826633" y="118237"/>
                    <a:pt x="5609463" y="140970"/>
                  </a:cubicBezTo>
                  <a:cubicBezTo>
                    <a:pt x="5598033" y="165735"/>
                    <a:pt x="5531739" y="104521"/>
                    <a:pt x="5356733" y="101854"/>
                  </a:cubicBezTo>
                  <a:cubicBezTo>
                    <a:pt x="5354828" y="118110"/>
                    <a:pt x="5116703" y="153416"/>
                    <a:pt x="4944872" y="100965"/>
                  </a:cubicBezTo>
                  <a:cubicBezTo>
                    <a:pt x="4882007" y="161544"/>
                    <a:pt x="4821047" y="124968"/>
                    <a:pt x="4739132" y="121412"/>
                  </a:cubicBezTo>
                  <a:cubicBezTo>
                    <a:pt x="4621657" y="144526"/>
                    <a:pt x="4459605" y="124206"/>
                    <a:pt x="4311396" y="172085"/>
                  </a:cubicBezTo>
                  <a:cubicBezTo>
                    <a:pt x="4219067" y="133223"/>
                    <a:pt x="4027424" y="199009"/>
                    <a:pt x="3931031" y="196723"/>
                  </a:cubicBezTo>
                  <a:cubicBezTo>
                    <a:pt x="3885819" y="136779"/>
                    <a:pt x="3722116" y="352171"/>
                    <a:pt x="3575812" y="303657"/>
                  </a:cubicBezTo>
                  <a:cubicBezTo>
                    <a:pt x="3504692" y="355600"/>
                    <a:pt x="3449828" y="374396"/>
                    <a:pt x="3392551" y="345821"/>
                  </a:cubicBezTo>
                  <a:cubicBezTo>
                    <a:pt x="3287395" y="370840"/>
                    <a:pt x="3172714" y="364617"/>
                    <a:pt x="3055874" y="344678"/>
                  </a:cubicBezTo>
                  <a:cubicBezTo>
                    <a:pt x="3009519" y="349885"/>
                    <a:pt x="2957830" y="382524"/>
                    <a:pt x="2883535" y="359664"/>
                  </a:cubicBezTo>
                  <a:cubicBezTo>
                    <a:pt x="2783459" y="392811"/>
                    <a:pt x="2630551" y="439166"/>
                    <a:pt x="2468118" y="438658"/>
                  </a:cubicBezTo>
                  <a:cubicBezTo>
                    <a:pt x="2441702" y="466598"/>
                    <a:pt x="2397633" y="458724"/>
                    <a:pt x="2349754" y="489331"/>
                  </a:cubicBezTo>
                  <a:cubicBezTo>
                    <a:pt x="2347341" y="468757"/>
                    <a:pt x="2297049" y="476631"/>
                    <a:pt x="2277745" y="481584"/>
                  </a:cubicBezTo>
                  <a:cubicBezTo>
                    <a:pt x="2273300" y="468757"/>
                    <a:pt x="2252853" y="451739"/>
                    <a:pt x="2239772" y="478409"/>
                  </a:cubicBezTo>
                  <a:cubicBezTo>
                    <a:pt x="2202434" y="438150"/>
                    <a:pt x="2004060" y="530860"/>
                    <a:pt x="1715516" y="567944"/>
                  </a:cubicBezTo>
                  <a:cubicBezTo>
                    <a:pt x="1618234" y="580644"/>
                    <a:pt x="1545209" y="585851"/>
                    <a:pt x="1430909" y="592963"/>
                  </a:cubicBezTo>
                  <a:cubicBezTo>
                    <a:pt x="1360170" y="538988"/>
                    <a:pt x="1274572" y="607695"/>
                    <a:pt x="1200531" y="622554"/>
                  </a:cubicBezTo>
                  <a:cubicBezTo>
                    <a:pt x="1082929" y="562356"/>
                    <a:pt x="928116" y="690372"/>
                    <a:pt x="767588" y="631571"/>
                  </a:cubicBezTo>
                  <a:cubicBezTo>
                    <a:pt x="607822" y="693547"/>
                    <a:pt x="508000" y="651637"/>
                    <a:pt x="282829" y="663829"/>
                  </a:cubicBezTo>
                  <a:cubicBezTo>
                    <a:pt x="0" y="731901"/>
                    <a:pt x="151511" y="216408"/>
                    <a:pt x="95250" y="3250438"/>
                  </a:cubicBezTo>
                  <a:cubicBezTo>
                    <a:pt x="123825" y="3261360"/>
                    <a:pt x="93091" y="3937127"/>
                    <a:pt x="111887" y="4761484"/>
                  </a:cubicBezTo>
                  <a:cubicBezTo>
                    <a:pt x="91059" y="4783201"/>
                    <a:pt x="116205" y="4848987"/>
                    <a:pt x="181229" y="4823587"/>
                  </a:cubicBezTo>
                  <a:cubicBezTo>
                    <a:pt x="204343" y="4851908"/>
                    <a:pt x="228600" y="4860798"/>
                    <a:pt x="292862" y="4875149"/>
                  </a:cubicBezTo>
                  <a:cubicBezTo>
                    <a:pt x="333756" y="4905756"/>
                    <a:pt x="448437" y="4832985"/>
                    <a:pt x="539496" y="4890008"/>
                  </a:cubicBezTo>
                  <a:cubicBezTo>
                    <a:pt x="569341" y="4860544"/>
                    <a:pt x="583057" y="4910709"/>
                    <a:pt x="613410" y="4893437"/>
                  </a:cubicBezTo>
                  <a:cubicBezTo>
                    <a:pt x="621157" y="4894707"/>
                    <a:pt x="668782" y="4840986"/>
                    <a:pt x="680720" y="4883150"/>
                  </a:cubicBezTo>
                  <a:cubicBezTo>
                    <a:pt x="757809" y="4954397"/>
                    <a:pt x="900303" y="4903343"/>
                    <a:pt x="993902" y="4884039"/>
                  </a:cubicBezTo>
                  <a:cubicBezTo>
                    <a:pt x="1086866" y="4912868"/>
                    <a:pt x="1139190" y="4949063"/>
                    <a:pt x="1366520" y="4896485"/>
                  </a:cubicBezTo>
                  <a:cubicBezTo>
                    <a:pt x="1497711" y="4950841"/>
                    <a:pt x="1581785" y="4870958"/>
                    <a:pt x="1699006" y="4818380"/>
                  </a:cubicBezTo>
                  <a:cubicBezTo>
                    <a:pt x="1786763" y="4880737"/>
                    <a:pt x="1907413" y="4847844"/>
                    <a:pt x="2122424" y="4862703"/>
                  </a:cubicBezTo>
                  <a:cubicBezTo>
                    <a:pt x="2186940" y="4864862"/>
                    <a:pt x="2258568" y="4962271"/>
                    <a:pt x="2339086" y="4870196"/>
                  </a:cubicBezTo>
                  <a:cubicBezTo>
                    <a:pt x="2389251" y="4920488"/>
                    <a:pt x="2513965" y="4852924"/>
                    <a:pt x="2692527" y="4884420"/>
                  </a:cubicBezTo>
                  <a:cubicBezTo>
                    <a:pt x="2805176" y="4787138"/>
                    <a:pt x="2926461" y="4886071"/>
                    <a:pt x="3066669" y="4808601"/>
                  </a:cubicBezTo>
                  <a:cubicBezTo>
                    <a:pt x="3127502" y="4817491"/>
                    <a:pt x="3182239" y="4728210"/>
                    <a:pt x="3263646" y="4737989"/>
                  </a:cubicBezTo>
                  <a:cubicBezTo>
                    <a:pt x="3369691" y="4727829"/>
                    <a:pt x="3486023" y="4682363"/>
                    <a:pt x="3625723" y="4707001"/>
                  </a:cubicBezTo>
                  <a:cubicBezTo>
                    <a:pt x="3737483" y="4675759"/>
                    <a:pt x="3913886" y="4644009"/>
                    <a:pt x="4067302" y="4715764"/>
                  </a:cubicBezTo>
                  <a:cubicBezTo>
                    <a:pt x="4062476" y="4677156"/>
                    <a:pt x="4236212" y="4689221"/>
                    <a:pt x="4359021" y="4663059"/>
                  </a:cubicBezTo>
                  <a:cubicBezTo>
                    <a:pt x="4349242" y="4631690"/>
                    <a:pt x="4432935" y="4671949"/>
                    <a:pt x="4467352" y="4645152"/>
                  </a:cubicBezTo>
                  <a:cubicBezTo>
                    <a:pt x="4495800" y="4607814"/>
                    <a:pt x="4536186" y="4628896"/>
                    <a:pt x="4576445" y="4616958"/>
                  </a:cubicBezTo>
                  <a:cubicBezTo>
                    <a:pt x="4576064" y="4587494"/>
                    <a:pt x="4595749" y="4636008"/>
                    <a:pt x="4637913" y="4604258"/>
                  </a:cubicBezTo>
                  <a:cubicBezTo>
                    <a:pt x="4635500" y="4609719"/>
                    <a:pt x="4681601" y="4549775"/>
                    <a:pt x="4704715" y="4569587"/>
                  </a:cubicBezTo>
                  <a:cubicBezTo>
                    <a:pt x="4797171" y="4591812"/>
                    <a:pt x="4871720" y="4589653"/>
                    <a:pt x="4997704" y="4537710"/>
                  </a:cubicBezTo>
                  <a:cubicBezTo>
                    <a:pt x="5089271" y="4593590"/>
                    <a:pt x="5247005" y="4525137"/>
                    <a:pt x="5341493" y="4503420"/>
                  </a:cubicBezTo>
                  <a:cubicBezTo>
                    <a:pt x="5345811" y="4448810"/>
                    <a:pt x="5680202" y="4462272"/>
                    <a:pt x="5942965" y="4550664"/>
                  </a:cubicBezTo>
                  <a:cubicBezTo>
                    <a:pt x="6038596" y="4558411"/>
                    <a:pt x="6095365" y="4518152"/>
                    <a:pt x="6190869" y="4555998"/>
                  </a:cubicBezTo>
                  <a:cubicBezTo>
                    <a:pt x="6242050" y="4518914"/>
                    <a:pt x="6315837" y="4528947"/>
                    <a:pt x="6411214" y="4523994"/>
                  </a:cubicBezTo>
                  <a:cubicBezTo>
                    <a:pt x="6415786" y="4525899"/>
                    <a:pt x="6419469" y="4525899"/>
                    <a:pt x="6422644" y="4524121"/>
                  </a:cubicBezTo>
                  <a:cubicBezTo>
                    <a:pt x="6422136" y="4523740"/>
                    <a:pt x="6421755" y="4523486"/>
                    <a:pt x="6421247" y="4522978"/>
                  </a:cubicBezTo>
                  <a:cubicBezTo>
                    <a:pt x="6422136" y="4523486"/>
                    <a:pt x="6422263" y="4523486"/>
                    <a:pt x="6422771" y="4523994"/>
                  </a:cubicBezTo>
                  <a:cubicBezTo>
                    <a:pt x="6455029" y="4505198"/>
                    <a:pt x="6417691" y="4300474"/>
                    <a:pt x="6442202" y="4153408"/>
                  </a:cubicBezTo>
                  <a:close/>
                </a:path>
              </a:pathLst>
            </a:custGeom>
            <a:blipFill rotWithShape="0">
              <a:blip r:embed="rId3"/>
              <a:stretch>
                <a:fillRect l="-300166" t="-181000" r="-624333" b="-239750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0" name="CustomShape 5"/>
          <p:cNvSpPr/>
          <p:nvPr/>
        </p:nvSpPr>
        <p:spPr>
          <a:xfrm flipH="1">
            <a:off x="8352000" y="511236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592046" y="0"/>
                </a:moveTo>
                <a:lnTo>
                  <a:pt x="0" y="0"/>
                </a:lnTo>
                <a:lnTo>
                  <a:pt x="0" y="597432"/>
                </a:lnTo>
                <a:lnTo>
                  <a:pt x="592046" y="597432"/>
                </a:lnTo>
                <a:lnTo>
                  <a:pt x="592046" y="0"/>
                </a:lnTo>
                <a:close/>
              </a:path>
            </a:pathLst>
          </a:custGeom>
          <a:blipFill rotWithShape="0">
            <a:blip r:embed="rId4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CustomShape 6"/>
          <p:cNvSpPr/>
          <p:nvPr/>
        </p:nvSpPr>
        <p:spPr>
          <a:xfrm>
            <a:off x="13890960" y="7144560"/>
            <a:ext cx="3571920" cy="2651400"/>
          </a:xfrm>
          <a:custGeom>
            <a:avLst/>
            <a:gdLst/>
            <a:ahLst/>
            <a:rect l="l" t="t" r="r" b="b"/>
            <a:pathLst>
              <a:path w="3572238" h="2651892">
                <a:moveTo>
                  <a:pt x="0" y="0"/>
                </a:moveTo>
                <a:lnTo>
                  <a:pt x="3572238" y="0"/>
                </a:lnTo>
                <a:lnTo>
                  <a:pt x="3572238" y="2651893"/>
                </a:lnTo>
                <a:lnTo>
                  <a:pt x="0" y="265189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CustomShape 7"/>
          <p:cNvSpPr/>
          <p:nvPr/>
        </p:nvSpPr>
        <p:spPr>
          <a:xfrm rot="14938800">
            <a:off x="16777080" y="3517200"/>
            <a:ext cx="563400" cy="558360"/>
          </a:xfrm>
          <a:custGeom>
            <a:avLst/>
            <a:gdLst/>
            <a:ahLst/>
            <a:rect l="l" t="t" r="r" b="b"/>
            <a:pathLst>
              <a:path w="563733" h="558845">
                <a:moveTo>
                  <a:pt x="0" y="0"/>
                </a:moveTo>
                <a:lnTo>
                  <a:pt x="563732" y="0"/>
                </a:lnTo>
                <a:lnTo>
                  <a:pt x="563732" y="558845"/>
                </a:lnTo>
                <a:lnTo>
                  <a:pt x="0" y="5588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tretch>
              <a:fillRect l="3768613" t="2301109" r="-866843" b="-1986223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CustomShape 8"/>
          <p:cNvSpPr/>
          <p:nvPr/>
        </p:nvSpPr>
        <p:spPr>
          <a:xfrm>
            <a:off x="1848600" y="2892960"/>
            <a:ext cx="6382440" cy="27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0800"/>
              </a:lnSpc>
            </a:pPr>
            <a:r>
              <a:rPr b="0" lang="en-US" sz="12000" spc="-1" strike="noStrike">
                <a:solidFill>
                  <a:srgbClr val="333231"/>
                </a:solidFill>
                <a:latin typeface="Fredoka"/>
                <a:ea typeface="Fredoka"/>
              </a:rPr>
              <a:t>Call Me Hiro</a:t>
            </a:r>
            <a:endParaRPr b="0" lang="en-US" sz="12000" spc="-1" strike="noStrike">
              <a:latin typeface="Arial"/>
            </a:endParaRPr>
          </a:p>
        </p:txBody>
      </p:sp>
      <p:sp>
        <p:nvSpPr>
          <p:cNvPr id="64" name="CustomShape 9"/>
          <p:cNvSpPr/>
          <p:nvPr/>
        </p:nvSpPr>
        <p:spPr>
          <a:xfrm>
            <a:off x="1848600" y="6256440"/>
            <a:ext cx="6382440" cy="28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4479"/>
              </a:lnSpc>
            </a:pPr>
            <a:r>
              <a:rPr b="1" lang="en-US" sz="3200" spc="-1" strike="noStrike">
                <a:solidFill>
                  <a:srgbClr val="333231"/>
                </a:solidFill>
                <a:latin typeface="Quicksand Bold"/>
                <a:ea typeface="Quicksand Bold"/>
              </a:rPr>
              <a:t>Hi everyone, welcome to my self-introduction presentation. My name is Takehiro Kanegi, but you can call me Hiro..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5" name="CustomShape 10"/>
          <p:cNvSpPr/>
          <p:nvPr/>
        </p:nvSpPr>
        <p:spPr>
          <a:xfrm>
            <a:off x="-2277720" y="286560"/>
            <a:ext cx="7314840" cy="1236600"/>
          </a:xfrm>
          <a:custGeom>
            <a:avLst/>
            <a:gdLst/>
            <a:ahLst/>
            <a:rect l="l" t="t" r="r" b="b"/>
            <a:pathLst>
              <a:path w="7315200" h="1236934">
                <a:moveTo>
                  <a:pt x="0" y="0"/>
                </a:moveTo>
                <a:lnTo>
                  <a:pt x="7315200" y="0"/>
                </a:lnTo>
                <a:lnTo>
                  <a:pt x="7315200" y="1236934"/>
                </a:lnTo>
                <a:lnTo>
                  <a:pt x="0" y="12369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CustomShape 11"/>
          <p:cNvSpPr/>
          <p:nvPr/>
        </p:nvSpPr>
        <p:spPr>
          <a:xfrm>
            <a:off x="4852800" y="191160"/>
            <a:ext cx="7314840" cy="1236600"/>
          </a:xfrm>
          <a:custGeom>
            <a:avLst/>
            <a:gdLst/>
            <a:ahLst/>
            <a:rect l="l" t="t" r="r" b="b"/>
            <a:pathLst>
              <a:path w="7315200" h="1236934">
                <a:moveTo>
                  <a:pt x="0" y="0"/>
                </a:moveTo>
                <a:lnTo>
                  <a:pt x="7315200" y="0"/>
                </a:lnTo>
                <a:lnTo>
                  <a:pt x="7315200" y="1236934"/>
                </a:lnTo>
                <a:lnTo>
                  <a:pt x="0" y="12369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CustomShape 12"/>
          <p:cNvSpPr/>
          <p:nvPr/>
        </p:nvSpPr>
        <p:spPr>
          <a:xfrm flipH="1">
            <a:off x="12065760" y="191160"/>
            <a:ext cx="7314840" cy="1236600"/>
          </a:xfrm>
          <a:custGeom>
            <a:avLst/>
            <a:gdLst/>
            <a:ahLst/>
            <a:rect l="l" t="t" r="r" b="b"/>
            <a:pathLst>
              <a:path w="7315200" h="1236934">
                <a:moveTo>
                  <a:pt x="7315200" y="0"/>
                </a:moveTo>
                <a:lnTo>
                  <a:pt x="0" y="0"/>
                </a:lnTo>
                <a:lnTo>
                  <a:pt x="0" y="1236934"/>
                </a:lnTo>
                <a:lnTo>
                  <a:pt x="7315200" y="1236934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9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1"/>
          <p:cNvSpPr/>
          <p:nvPr/>
        </p:nvSpPr>
        <p:spPr>
          <a:xfrm>
            <a:off x="0" y="0"/>
            <a:ext cx="18287640" cy="1028664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>
              <a:fillRect l="0" t="-146907" r="0" b="-146907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CustomShape 2"/>
          <p:cNvSpPr/>
          <p:nvPr/>
        </p:nvSpPr>
        <p:spPr>
          <a:xfrm rot="5474400">
            <a:off x="13922640" y="1654560"/>
            <a:ext cx="7314840" cy="1236600"/>
          </a:xfrm>
          <a:custGeom>
            <a:avLst/>
            <a:gdLst/>
            <a:ahLst/>
            <a:rect l="l" t="t" r="r" b="b"/>
            <a:pathLst>
              <a:path w="7315200" h="1236934">
                <a:moveTo>
                  <a:pt x="0" y="0"/>
                </a:moveTo>
                <a:lnTo>
                  <a:pt x="7315200" y="0"/>
                </a:lnTo>
                <a:lnTo>
                  <a:pt x="7315200" y="1236934"/>
                </a:lnTo>
                <a:lnTo>
                  <a:pt x="0" y="12369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CustomShape 3"/>
          <p:cNvSpPr/>
          <p:nvPr/>
        </p:nvSpPr>
        <p:spPr>
          <a:xfrm rot="5474400">
            <a:off x="13863240" y="8785440"/>
            <a:ext cx="7314840" cy="1236600"/>
          </a:xfrm>
          <a:custGeom>
            <a:avLst/>
            <a:gdLst/>
            <a:ahLst/>
            <a:rect l="l" t="t" r="r" b="b"/>
            <a:pathLst>
              <a:path w="7315200" h="1236934">
                <a:moveTo>
                  <a:pt x="0" y="0"/>
                </a:moveTo>
                <a:lnTo>
                  <a:pt x="7315200" y="0"/>
                </a:lnTo>
                <a:lnTo>
                  <a:pt x="7315200" y="1236934"/>
                </a:lnTo>
                <a:lnTo>
                  <a:pt x="0" y="12369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CustomShape 4"/>
          <p:cNvSpPr/>
          <p:nvPr/>
        </p:nvSpPr>
        <p:spPr>
          <a:xfrm>
            <a:off x="6653880" y="990360"/>
            <a:ext cx="9821160" cy="8267400"/>
          </a:xfrm>
          <a:custGeom>
            <a:avLst/>
            <a:gdLst/>
            <a:ahLst/>
            <a:rect l="l" t="t" r="r" b="b"/>
            <a:pathLst>
              <a:path w="9821506" h="8267922">
                <a:moveTo>
                  <a:pt x="0" y="0"/>
                </a:moveTo>
                <a:lnTo>
                  <a:pt x="9821506" y="0"/>
                </a:lnTo>
                <a:lnTo>
                  <a:pt x="9821506" y="8267922"/>
                </a:lnTo>
                <a:lnTo>
                  <a:pt x="0" y="82679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CustomShape 5"/>
          <p:cNvSpPr/>
          <p:nvPr/>
        </p:nvSpPr>
        <p:spPr>
          <a:xfrm rot="20904000">
            <a:off x="1188000" y="4143960"/>
            <a:ext cx="3608640" cy="3750120"/>
          </a:xfrm>
          <a:custGeom>
            <a:avLst/>
            <a:gdLst/>
            <a:ahLst/>
            <a:rect l="l" t="t" r="r" b="b"/>
            <a:pathLst>
              <a:path w="3608865" h="3750300">
                <a:moveTo>
                  <a:pt x="0" y="0"/>
                </a:moveTo>
                <a:lnTo>
                  <a:pt x="3608865" y="0"/>
                </a:lnTo>
                <a:lnTo>
                  <a:pt x="3608865" y="3750300"/>
                </a:lnTo>
                <a:lnTo>
                  <a:pt x="0" y="37503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CustomShape 6"/>
          <p:cNvSpPr/>
          <p:nvPr/>
        </p:nvSpPr>
        <p:spPr>
          <a:xfrm rot="11220000">
            <a:off x="2605320" y="-2094840"/>
            <a:ext cx="3337200" cy="5562000"/>
          </a:xfrm>
          <a:custGeom>
            <a:avLst/>
            <a:gdLst/>
            <a:ahLst/>
            <a:rect l="l" t="t" r="r" b="b"/>
            <a:pathLst>
              <a:path w="3337519" h="5562531">
                <a:moveTo>
                  <a:pt x="0" y="0"/>
                </a:moveTo>
                <a:lnTo>
                  <a:pt x="3337519" y="0"/>
                </a:lnTo>
                <a:lnTo>
                  <a:pt x="3337519" y="5562532"/>
                </a:lnTo>
                <a:lnTo>
                  <a:pt x="0" y="55625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CustomShape 7"/>
          <p:cNvSpPr/>
          <p:nvPr/>
        </p:nvSpPr>
        <p:spPr>
          <a:xfrm rot="19963800">
            <a:off x="3478320" y="8883360"/>
            <a:ext cx="2838240" cy="2807280"/>
          </a:xfrm>
          <a:custGeom>
            <a:avLst/>
            <a:gdLst/>
            <a:ahLst/>
            <a:rect l="l" t="t" r="r" b="b"/>
            <a:pathLst>
              <a:path w="2838477" h="2807512">
                <a:moveTo>
                  <a:pt x="0" y="0"/>
                </a:moveTo>
                <a:lnTo>
                  <a:pt x="2838476" y="0"/>
                </a:lnTo>
                <a:lnTo>
                  <a:pt x="2838476" y="2807512"/>
                </a:lnTo>
                <a:lnTo>
                  <a:pt x="0" y="28075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CustomShape 8"/>
          <p:cNvSpPr/>
          <p:nvPr/>
        </p:nvSpPr>
        <p:spPr>
          <a:xfrm flipH="1">
            <a:off x="1417680" y="154980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592046" y="0"/>
                </a:moveTo>
                <a:lnTo>
                  <a:pt x="0" y="0"/>
                </a:lnTo>
                <a:lnTo>
                  <a:pt x="0" y="597432"/>
                </a:lnTo>
                <a:lnTo>
                  <a:pt x="592046" y="597432"/>
                </a:lnTo>
                <a:lnTo>
                  <a:pt x="592046" y="0"/>
                </a:lnTo>
                <a:close/>
              </a:path>
            </a:pathLst>
          </a:custGeom>
          <a:blipFill rotWithShape="0">
            <a:blip r:embed="rId8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CustomShape 9"/>
          <p:cNvSpPr/>
          <p:nvPr/>
        </p:nvSpPr>
        <p:spPr>
          <a:xfrm rot="14938800">
            <a:off x="4855680" y="4369320"/>
            <a:ext cx="563400" cy="558360"/>
          </a:xfrm>
          <a:custGeom>
            <a:avLst/>
            <a:gdLst/>
            <a:ahLst/>
            <a:rect l="l" t="t" r="r" b="b"/>
            <a:pathLst>
              <a:path w="563733" h="558845">
                <a:moveTo>
                  <a:pt x="0" y="0"/>
                </a:moveTo>
                <a:lnTo>
                  <a:pt x="563732" y="0"/>
                </a:lnTo>
                <a:lnTo>
                  <a:pt x="563732" y="558845"/>
                </a:lnTo>
                <a:lnTo>
                  <a:pt x="0" y="5588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tretch>
              <a:fillRect l="3768613" t="2301109" r="-866843" b="-1986223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CustomShape 10"/>
          <p:cNvSpPr/>
          <p:nvPr/>
        </p:nvSpPr>
        <p:spPr>
          <a:xfrm>
            <a:off x="5325120" y="779148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0" y="0"/>
                </a:moveTo>
                <a:lnTo>
                  <a:pt x="592045" y="0"/>
                </a:lnTo>
                <a:lnTo>
                  <a:pt x="592045" y="597431"/>
                </a:lnTo>
                <a:lnTo>
                  <a:pt x="0" y="59743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CustomShape 11"/>
          <p:cNvSpPr/>
          <p:nvPr/>
        </p:nvSpPr>
        <p:spPr>
          <a:xfrm flipH="1" rot="19002000">
            <a:off x="1096560" y="8589600"/>
            <a:ext cx="976680" cy="985680"/>
          </a:xfrm>
          <a:custGeom>
            <a:avLst/>
            <a:gdLst/>
            <a:ahLst/>
            <a:rect l="l" t="t" r="r" b="b"/>
            <a:pathLst>
              <a:path w="977061" h="985949">
                <a:moveTo>
                  <a:pt x="977061" y="0"/>
                </a:moveTo>
                <a:lnTo>
                  <a:pt x="0" y="0"/>
                </a:lnTo>
                <a:lnTo>
                  <a:pt x="0" y="985949"/>
                </a:lnTo>
                <a:lnTo>
                  <a:pt x="977061" y="985949"/>
                </a:lnTo>
                <a:lnTo>
                  <a:pt x="977061" y="0"/>
                </a:lnTo>
                <a:close/>
              </a:path>
            </a:pathLst>
          </a:custGeom>
          <a:blipFill rotWithShape="0">
            <a:blip r:embed="rId11"/>
            <a:stretch>
              <a:fillRect l="-3779840" t="-4457957" r="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CustomShape 12"/>
          <p:cNvSpPr/>
          <p:nvPr/>
        </p:nvSpPr>
        <p:spPr>
          <a:xfrm>
            <a:off x="8027640" y="3283200"/>
            <a:ext cx="7706520" cy="219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8640"/>
              </a:lnSpc>
            </a:pPr>
            <a:r>
              <a:rPr b="0" lang="en-US" sz="9600" spc="-1" strike="noStrike">
                <a:solidFill>
                  <a:srgbClr val="333231"/>
                </a:solidFill>
                <a:latin typeface="Fredoka"/>
                <a:ea typeface="Fredoka"/>
              </a:rPr>
              <a:t>Get to Know Me Better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80" name="CustomShape 13"/>
          <p:cNvSpPr/>
          <p:nvPr/>
        </p:nvSpPr>
        <p:spPr>
          <a:xfrm>
            <a:off x="8027640" y="6057360"/>
            <a:ext cx="7706520" cy="22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4479"/>
              </a:lnSpc>
            </a:pPr>
            <a:r>
              <a:rPr b="1" lang="en-US" sz="3200" spc="-1" strike="noStrike">
                <a:solidFill>
                  <a:srgbClr val="333231"/>
                </a:solidFill>
                <a:latin typeface="Quicksand Bold"/>
                <a:ea typeface="Quicksand Bold"/>
              </a:rPr>
              <a:t>I am 25 years old, born and living in Anywhere St. This beloved city has created many memories for me.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0" y="0"/>
            <a:ext cx="18287640" cy="1028664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>
              <a:fillRect l="0" t="-146907" r="0" b="-146907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CustomShape 2"/>
          <p:cNvSpPr/>
          <p:nvPr/>
        </p:nvSpPr>
        <p:spPr>
          <a:xfrm>
            <a:off x="1578240" y="4170960"/>
            <a:ext cx="4890240" cy="4063320"/>
          </a:xfrm>
          <a:custGeom>
            <a:avLst/>
            <a:gdLst/>
            <a:ahLst/>
            <a:rect l="l" t="t" r="r" b="b"/>
            <a:pathLst>
              <a:path w="4890674" h="4063706">
                <a:moveTo>
                  <a:pt x="0" y="0"/>
                </a:moveTo>
                <a:lnTo>
                  <a:pt x="4890674" y="0"/>
                </a:lnTo>
                <a:lnTo>
                  <a:pt x="4890674" y="4063706"/>
                </a:lnTo>
                <a:lnTo>
                  <a:pt x="0" y="40637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CustomShape 3"/>
          <p:cNvSpPr/>
          <p:nvPr/>
        </p:nvSpPr>
        <p:spPr>
          <a:xfrm flipH="1" rot="891600">
            <a:off x="-2548800" y="824400"/>
            <a:ext cx="5095440" cy="2390040"/>
          </a:xfrm>
          <a:custGeom>
            <a:avLst/>
            <a:gdLst/>
            <a:ahLst/>
            <a:rect l="l" t="t" r="r" b="b"/>
            <a:pathLst>
              <a:path w="5095968" h="2390472">
                <a:moveTo>
                  <a:pt x="5095968" y="0"/>
                </a:moveTo>
                <a:lnTo>
                  <a:pt x="0" y="0"/>
                </a:lnTo>
                <a:lnTo>
                  <a:pt x="0" y="2390473"/>
                </a:lnTo>
                <a:lnTo>
                  <a:pt x="5095968" y="2390473"/>
                </a:lnTo>
                <a:lnTo>
                  <a:pt x="5095968" y="0"/>
                </a:lnTo>
                <a:close/>
              </a:path>
            </a:pathLst>
          </a:cu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CustomShape 4"/>
          <p:cNvSpPr/>
          <p:nvPr/>
        </p:nvSpPr>
        <p:spPr>
          <a:xfrm>
            <a:off x="732600" y="683244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0" y="0"/>
                </a:moveTo>
                <a:lnTo>
                  <a:pt x="592046" y="0"/>
                </a:lnTo>
                <a:lnTo>
                  <a:pt x="592046" y="597431"/>
                </a:lnTo>
                <a:lnTo>
                  <a:pt x="0" y="59743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5" name="Group 5"/>
          <p:cNvGrpSpPr/>
          <p:nvPr/>
        </p:nvGrpSpPr>
        <p:grpSpPr>
          <a:xfrm>
            <a:off x="1575360" y="7237800"/>
            <a:ext cx="4890240" cy="1121040"/>
            <a:chOff x="1575360" y="7237800"/>
            <a:chExt cx="4890240" cy="1121040"/>
          </a:xfrm>
        </p:grpSpPr>
        <p:sp>
          <p:nvSpPr>
            <p:cNvPr id="86" name="CustomShape 6"/>
            <p:cNvSpPr/>
            <p:nvPr/>
          </p:nvSpPr>
          <p:spPr>
            <a:xfrm>
              <a:off x="1575360" y="7430040"/>
              <a:ext cx="4890240" cy="928800"/>
            </a:xfrm>
            <a:custGeom>
              <a:avLst/>
              <a:gdLst/>
              <a:ahLst/>
              <a:rect l="l" t="t" r="r" b="b"/>
              <a:pathLst>
                <a:path w="1696702" h="322410">
                  <a:moveTo>
                    <a:pt x="47490" y="0"/>
                  </a:moveTo>
                  <a:lnTo>
                    <a:pt x="1649212" y="0"/>
                  </a:lnTo>
                  <a:cubicBezTo>
                    <a:pt x="1661807" y="0"/>
                    <a:pt x="1673887" y="5003"/>
                    <a:pt x="1682793" y="13909"/>
                  </a:cubicBezTo>
                  <a:cubicBezTo>
                    <a:pt x="1691699" y="22816"/>
                    <a:pt x="1696702" y="34895"/>
                    <a:pt x="1696702" y="47490"/>
                  </a:cubicBezTo>
                  <a:lnTo>
                    <a:pt x="1696702" y="274920"/>
                  </a:lnTo>
                  <a:cubicBezTo>
                    <a:pt x="1696702" y="287515"/>
                    <a:pt x="1691699" y="299594"/>
                    <a:pt x="1682793" y="308500"/>
                  </a:cubicBezTo>
                  <a:cubicBezTo>
                    <a:pt x="1673887" y="317406"/>
                    <a:pt x="1661807" y="322410"/>
                    <a:pt x="1649212" y="322410"/>
                  </a:cubicBezTo>
                  <a:lnTo>
                    <a:pt x="47490" y="322410"/>
                  </a:lnTo>
                  <a:cubicBezTo>
                    <a:pt x="34895" y="322410"/>
                    <a:pt x="22816" y="317406"/>
                    <a:pt x="13909" y="308500"/>
                  </a:cubicBezTo>
                  <a:cubicBezTo>
                    <a:pt x="5003" y="299594"/>
                    <a:pt x="0" y="287515"/>
                    <a:pt x="0" y="274920"/>
                  </a:cubicBezTo>
                  <a:lnTo>
                    <a:pt x="0" y="47490"/>
                  </a:lnTo>
                  <a:cubicBezTo>
                    <a:pt x="0" y="34895"/>
                    <a:pt x="5003" y="22816"/>
                    <a:pt x="13909" y="13909"/>
                  </a:cubicBezTo>
                  <a:cubicBezTo>
                    <a:pt x="22816" y="5003"/>
                    <a:pt x="34895" y="0"/>
                    <a:pt x="47490" y="0"/>
                  </a:cubicBezTo>
                  <a:close/>
                </a:path>
              </a:pathLst>
            </a:custGeom>
            <a:solidFill>
              <a:srgbClr val="33323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CustomShape 7"/>
            <p:cNvSpPr/>
            <p:nvPr/>
          </p:nvSpPr>
          <p:spPr>
            <a:xfrm>
              <a:off x="1575360" y="7237800"/>
              <a:ext cx="4890240" cy="11210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ts val="3920"/>
                </a:lnSpc>
              </a:pPr>
              <a:r>
                <a:rPr b="1" lang="en-US" sz="2800" spc="-1" strike="noStrike">
                  <a:solidFill>
                    <a:srgbClr val="ffffff"/>
                  </a:solidFill>
                  <a:latin typeface="Quicksand Bold"/>
                  <a:ea typeface="Quicksand Bold"/>
                </a:rPr>
                <a:t>I like automotive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1868400" y="4700520"/>
            <a:ext cx="4260960" cy="2404440"/>
            <a:chOff x="1868400" y="4700520"/>
            <a:chExt cx="4260960" cy="2404440"/>
          </a:xfrm>
        </p:grpSpPr>
        <p:sp>
          <p:nvSpPr>
            <p:cNvPr id="89" name="CustomShape 9"/>
            <p:cNvSpPr/>
            <p:nvPr/>
          </p:nvSpPr>
          <p:spPr>
            <a:xfrm>
              <a:off x="1868400" y="4700520"/>
              <a:ext cx="4260960" cy="2404440"/>
            </a:xfrm>
            <a:custGeom>
              <a:avLst/>
              <a:gdLst/>
              <a:ahLst/>
              <a:rect l="l" t="t" r="r" b="b"/>
              <a:pathLst>
                <a:path w="8150927" h="4599988">
                  <a:moveTo>
                    <a:pt x="8113478" y="4191211"/>
                  </a:moveTo>
                  <a:cubicBezTo>
                    <a:pt x="8113478" y="4191211"/>
                    <a:pt x="8113639" y="4191211"/>
                    <a:pt x="8113639" y="4191093"/>
                  </a:cubicBezTo>
                  <a:cubicBezTo>
                    <a:pt x="8114604" y="4191681"/>
                    <a:pt x="8116536" y="4192975"/>
                    <a:pt x="8123134" y="4196858"/>
                  </a:cubicBezTo>
                  <a:cubicBezTo>
                    <a:pt x="8123133" y="4196858"/>
                    <a:pt x="8122972" y="4196740"/>
                    <a:pt x="8113478" y="4191211"/>
                  </a:cubicBezTo>
                  <a:close/>
                  <a:moveTo>
                    <a:pt x="8138100" y="3847777"/>
                  </a:moveTo>
                  <a:cubicBezTo>
                    <a:pt x="8100281" y="2817711"/>
                    <a:pt x="8128927" y="1734582"/>
                    <a:pt x="8128927" y="743460"/>
                  </a:cubicBezTo>
                  <a:cubicBezTo>
                    <a:pt x="8122329" y="516504"/>
                    <a:pt x="8113799" y="215543"/>
                    <a:pt x="8129571" y="0"/>
                  </a:cubicBezTo>
                  <a:cubicBezTo>
                    <a:pt x="8009675" y="40591"/>
                    <a:pt x="7948681" y="16354"/>
                    <a:pt x="7817680" y="28120"/>
                  </a:cubicBezTo>
                  <a:cubicBezTo>
                    <a:pt x="7778252" y="50592"/>
                    <a:pt x="7721764" y="88241"/>
                    <a:pt x="7619249" y="93418"/>
                  </a:cubicBezTo>
                  <a:cubicBezTo>
                    <a:pt x="7642745" y="129773"/>
                    <a:pt x="7358052" y="109537"/>
                    <a:pt x="7082854" y="130597"/>
                  </a:cubicBezTo>
                  <a:cubicBezTo>
                    <a:pt x="7068370" y="153539"/>
                    <a:pt x="6984363" y="96830"/>
                    <a:pt x="6762595" y="94359"/>
                  </a:cubicBezTo>
                  <a:cubicBezTo>
                    <a:pt x="6760181" y="109419"/>
                    <a:pt x="6458430" y="142127"/>
                    <a:pt x="6240686" y="93535"/>
                  </a:cubicBezTo>
                  <a:cubicBezTo>
                    <a:pt x="6161023" y="149657"/>
                    <a:pt x="6083775" y="115772"/>
                    <a:pt x="5979972" y="112478"/>
                  </a:cubicBezTo>
                  <a:cubicBezTo>
                    <a:pt x="5831108" y="133891"/>
                    <a:pt x="5625755" y="115066"/>
                    <a:pt x="5437946" y="159422"/>
                  </a:cubicBezTo>
                  <a:cubicBezTo>
                    <a:pt x="5320947" y="123420"/>
                    <a:pt x="5078096" y="184365"/>
                    <a:pt x="4955947" y="182247"/>
                  </a:cubicBezTo>
                  <a:cubicBezTo>
                    <a:pt x="4898654" y="126714"/>
                    <a:pt x="4691211" y="326256"/>
                    <a:pt x="4505814" y="281312"/>
                  </a:cubicBezTo>
                  <a:cubicBezTo>
                    <a:pt x="4415691" y="329433"/>
                    <a:pt x="4346168" y="346846"/>
                    <a:pt x="4273586" y="320374"/>
                  </a:cubicBezTo>
                  <a:cubicBezTo>
                    <a:pt x="4140333" y="343552"/>
                    <a:pt x="3995009" y="337786"/>
                    <a:pt x="3846949" y="319315"/>
                  </a:cubicBezTo>
                  <a:cubicBezTo>
                    <a:pt x="3788208" y="324139"/>
                    <a:pt x="3722708" y="354376"/>
                    <a:pt x="3628561" y="333198"/>
                  </a:cubicBezTo>
                  <a:cubicBezTo>
                    <a:pt x="3501746" y="363906"/>
                    <a:pt x="3307981" y="406850"/>
                    <a:pt x="3102146" y="406379"/>
                  </a:cubicBezTo>
                  <a:cubicBezTo>
                    <a:pt x="3068671" y="432263"/>
                    <a:pt x="3012827" y="424969"/>
                    <a:pt x="2952155" y="453323"/>
                  </a:cubicBezTo>
                  <a:cubicBezTo>
                    <a:pt x="2949097" y="434263"/>
                    <a:pt x="2885367" y="441558"/>
                    <a:pt x="2860905" y="446146"/>
                  </a:cubicBezTo>
                  <a:cubicBezTo>
                    <a:pt x="2855273" y="434263"/>
                    <a:pt x="2829362" y="418498"/>
                    <a:pt x="2812786" y="443205"/>
                  </a:cubicBezTo>
                  <a:cubicBezTo>
                    <a:pt x="2765471" y="405908"/>
                    <a:pt x="2514092" y="491796"/>
                    <a:pt x="2148449" y="526152"/>
                  </a:cubicBezTo>
                  <a:cubicBezTo>
                    <a:pt x="2025174" y="537917"/>
                    <a:pt x="1932636" y="542741"/>
                    <a:pt x="1787796" y="549330"/>
                  </a:cubicBezTo>
                  <a:cubicBezTo>
                    <a:pt x="1698155" y="499326"/>
                    <a:pt x="1589686" y="562977"/>
                    <a:pt x="1495861" y="576743"/>
                  </a:cubicBezTo>
                  <a:cubicBezTo>
                    <a:pt x="1346836" y="520975"/>
                    <a:pt x="1150657" y="639571"/>
                    <a:pt x="947236" y="585096"/>
                  </a:cubicBezTo>
                  <a:cubicBezTo>
                    <a:pt x="744781" y="642512"/>
                    <a:pt x="618286" y="603686"/>
                    <a:pt x="332950" y="614981"/>
                  </a:cubicBezTo>
                  <a:cubicBezTo>
                    <a:pt x="0" y="678044"/>
                    <a:pt x="166544" y="200483"/>
                    <a:pt x="95250" y="3011252"/>
                  </a:cubicBezTo>
                  <a:cubicBezTo>
                    <a:pt x="131460" y="3021371"/>
                    <a:pt x="93091" y="3647411"/>
                    <a:pt x="116332" y="4411107"/>
                  </a:cubicBezTo>
                  <a:cubicBezTo>
                    <a:pt x="91059" y="4431226"/>
                    <a:pt x="121804" y="4492171"/>
                    <a:pt x="204202" y="4468640"/>
                  </a:cubicBezTo>
                  <a:cubicBezTo>
                    <a:pt x="233493" y="4494877"/>
                    <a:pt x="264231" y="4503113"/>
                    <a:pt x="345664" y="4516408"/>
                  </a:cubicBezTo>
                  <a:cubicBezTo>
                    <a:pt x="397485" y="4544763"/>
                    <a:pt x="542808" y="4477347"/>
                    <a:pt x="658198" y="4530174"/>
                  </a:cubicBezTo>
                  <a:cubicBezTo>
                    <a:pt x="696018" y="4502878"/>
                    <a:pt x="713398" y="4549351"/>
                    <a:pt x="751862" y="4533350"/>
                  </a:cubicBezTo>
                  <a:cubicBezTo>
                    <a:pt x="761679" y="4534527"/>
                    <a:pt x="822029" y="4484759"/>
                    <a:pt x="837157" y="4523820"/>
                  </a:cubicBezTo>
                  <a:cubicBezTo>
                    <a:pt x="934844" y="4592114"/>
                    <a:pt x="1115412" y="4542527"/>
                    <a:pt x="1234021" y="4524644"/>
                  </a:cubicBezTo>
                  <a:cubicBezTo>
                    <a:pt x="1351825" y="4551351"/>
                    <a:pt x="1418130" y="4586780"/>
                    <a:pt x="1706202" y="4536174"/>
                  </a:cubicBezTo>
                  <a:cubicBezTo>
                    <a:pt x="1872447" y="4588558"/>
                    <a:pt x="1978985" y="4512525"/>
                    <a:pt x="2127528" y="4463816"/>
                  </a:cubicBezTo>
                  <a:cubicBezTo>
                    <a:pt x="2238733" y="4521585"/>
                    <a:pt x="2391621" y="4491112"/>
                    <a:pt x="2664083" y="4504878"/>
                  </a:cubicBezTo>
                  <a:cubicBezTo>
                    <a:pt x="2745837" y="4506878"/>
                    <a:pt x="2836604" y="4599988"/>
                    <a:pt x="2938637" y="4511820"/>
                  </a:cubicBezTo>
                  <a:cubicBezTo>
                    <a:pt x="3002206" y="4558411"/>
                    <a:pt x="3160243" y="4495818"/>
                    <a:pt x="3386516" y="4524997"/>
                  </a:cubicBezTo>
                  <a:cubicBezTo>
                    <a:pt x="3529265" y="4434873"/>
                    <a:pt x="3682957" y="4526526"/>
                    <a:pt x="3860629" y="4454757"/>
                  </a:cubicBezTo>
                  <a:cubicBezTo>
                    <a:pt x="3937716" y="4462993"/>
                    <a:pt x="4007079" y="4380282"/>
                    <a:pt x="4110237" y="4389341"/>
                  </a:cubicBezTo>
                  <a:cubicBezTo>
                    <a:pt x="4244618" y="4379929"/>
                    <a:pt x="4392033" y="4337808"/>
                    <a:pt x="4569061" y="4360633"/>
                  </a:cubicBezTo>
                  <a:cubicBezTo>
                    <a:pt x="4710683" y="4331690"/>
                    <a:pt x="4934221" y="4302277"/>
                    <a:pt x="5128630" y="4368752"/>
                  </a:cubicBezTo>
                  <a:cubicBezTo>
                    <a:pt x="5122514" y="4332984"/>
                    <a:pt x="5342672" y="4344162"/>
                    <a:pt x="5498296" y="4319925"/>
                  </a:cubicBezTo>
                  <a:cubicBezTo>
                    <a:pt x="5485904" y="4290864"/>
                    <a:pt x="5591959" y="4328161"/>
                    <a:pt x="5635573" y="4303336"/>
                  </a:cubicBezTo>
                  <a:cubicBezTo>
                    <a:pt x="5671622" y="4268745"/>
                    <a:pt x="5722799" y="4288276"/>
                    <a:pt x="5773815" y="4277216"/>
                  </a:cubicBezTo>
                  <a:cubicBezTo>
                    <a:pt x="5773332" y="4249920"/>
                    <a:pt x="5798277" y="4294865"/>
                    <a:pt x="5851707" y="4265451"/>
                  </a:cubicBezTo>
                  <a:cubicBezTo>
                    <a:pt x="5848650" y="4270510"/>
                    <a:pt x="5907069" y="4214977"/>
                    <a:pt x="5936359" y="4233331"/>
                  </a:cubicBezTo>
                  <a:cubicBezTo>
                    <a:pt x="6053519" y="4253921"/>
                    <a:pt x="6147988" y="4251921"/>
                    <a:pt x="6307634" y="4203800"/>
                  </a:cubicBezTo>
                  <a:cubicBezTo>
                    <a:pt x="6423668" y="4255568"/>
                    <a:pt x="6623548" y="4192152"/>
                    <a:pt x="6743283" y="4172033"/>
                  </a:cubicBezTo>
                  <a:cubicBezTo>
                    <a:pt x="6748755" y="4121442"/>
                    <a:pt x="7172495" y="4133913"/>
                    <a:pt x="7505468" y="4215800"/>
                  </a:cubicBezTo>
                  <a:cubicBezTo>
                    <a:pt x="7626652" y="4222977"/>
                    <a:pt x="7698589" y="4185681"/>
                    <a:pt x="7819611" y="4220742"/>
                  </a:cubicBezTo>
                  <a:cubicBezTo>
                    <a:pt x="7884468" y="4186387"/>
                    <a:pt x="7977970" y="4195681"/>
                    <a:pt x="8098832" y="4191093"/>
                  </a:cubicBezTo>
                  <a:cubicBezTo>
                    <a:pt x="8104625" y="4192858"/>
                    <a:pt x="8109293" y="4192858"/>
                    <a:pt x="8113316" y="4191211"/>
                  </a:cubicBezTo>
                  <a:cubicBezTo>
                    <a:pt x="8112672" y="4190858"/>
                    <a:pt x="8112189" y="4190622"/>
                    <a:pt x="8111546" y="4190152"/>
                  </a:cubicBezTo>
                  <a:cubicBezTo>
                    <a:pt x="8112672" y="4190622"/>
                    <a:pt x="8112833" y="4190622"/>
                    <a:pt x="8113478" y="4191093"/>
                  </a:cubicBezTo>
                  <a:cubicBezTo>
                    <a:pt x="8150927" y="4173680"/>
                    <a:pt x="8107040" y="3984021"/>
                    <a:pt x="8138100" y="3847777"/>
                  </a:cubicBezTo>
                  <a:close/>
                </a:path>
              </a:pathLst>
            </a:custGeom>
            <a:blipFill rotWithShape="0">
              <a:blip r:embed="rId5"/>
              <a:stretch>
                <a:fillRect l="-221277" t="-526833" r="0" b="-195083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0" name="CustomShape 10"/>
          <p:cNvSpPr/>
          <p:nvPr/>
        </p:nvSpPr>
        <p:spPr>
          <a:xfrm>
            <a:off x="6692040" y="4170960"/>
            <a:ext cx="4890240" cy="4063320"/>
          </a:xfrm>
          <a:custGeom>
            <a:avLst/>
            <a:gdLst/>
            <a:ahLst/>
            <a:rect l="l" t="t" r="r" b="b"/>
            <a:pathLst>
              <a:path w="4890674" h="4063706">
                <a:moveTo>
                  <a:pt x="0" y="0"/>
                </a:moveTo>
                <a:lnTo>
                  <a:pt x="4890675" y="0"/>
                </a:lnTo>
                <a:lnTo>
                  <a:pt x="4890675" y="4063706"/>
                </a:lnTo>
                <a:lnTo>
                  <a:pt x="0" y="40637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1" name="Group 11"/>
          <p:cNvGrpSpPr/>
          <p:nvPr/>
        </p:nvGrpSpPr>
        <p:grpSpPr>
          <a:xfrm>
            <a:off x="6689520" y="7237800"/>
            <a:ext cx="4890240" cy="1121040"/>
            <a:chOff x="6689520" y="7237800"/>
            <a:chExt cx="4890240" cy="1121040"/>
          </a:xfrm>
        </p:grpSpPr>
        <p:sp>
          <p:nvSpPr>
            <p:cNvPr id="92" name="CustomShape 12"/>
            <p:cNvSpPr/>
            <p:nvPr/>
          </p:nvSpPr>
          <p:spPr>
            <a:xfrm>
              <a:off x="6689520" y="7430040"/>
              <a:ext cx="4890240" cy="928800"/>
            </a:xfrm>
            <a:custGeom>
              <a:avLst/>
              <a:gdLst/>
              <a:ahLst/>
              <a:rect l="l" t="t" r="r" b="b"/>
              <a:pathLst>
                <a:path w="1696702" h="322410">
                  <a:moveTo>
                    <a:pt x="47490" y="0"/>
                  </a:moveTo>
                  <a:lnTo>
                    <a:pt x="1649212" y="0"/>
                  </a:lnTo>
                  <a:cubicBezTo>
                    <a:pt x="1661807" y="0"/>
                    <a:pt x="1673887" y="5003"/>
                    <a:pt x="1682793" y="13909"/>
                  </a:cubicBezTo>
                  <a:cubicBezTo>
                    <a:pt x="1691699" y="22816"/>
                    <a:pt x="1696702" y="34895"/>
                    <a:pt x="1696702" y="47490"/>
                  </a:cubicBezTo>
                  <a:lnTo>
                    <a:pt x="1696702" y="274920"/>
                  </a:lnTo>
                  <a:cubicBezTo>
                    <a:pt x="1696702" y="287515"/>
                    <a:pt x="1691699" y="299594"/>
                    <a:pt x="1682793" y="308500"/>
                  </a:cubicBezTo>
                  <a:cubicBezTo>
                    <a:pt x="1673887" y="317406"/>
                    <a:pt x="1661807" y="322410"/>
                    <a:pt x="1649212" y="322410"/>
                  </a:cubicBezTo>
                  <a:lnTo>
                    <a:pt x="47490" y="322410"/>
                  </a:lnTo>
                  <a:cubicBezTo>
                    <a:pt x="34895" y="322410"/>
                    <a:pt x="22816" y="317406"/>
                    <a:pt x="13909" y="308500"/>
                  </a:cubicBezTo>
                  <a:cubicBezTo>
                    <a:pt x="5003" y="299594"/>
                    <a:pt x="0" y="287515"/>
                    <a:pt x="0" y="274920"/>
                  </a:cubicBezTo>
                  <a:lnTo>
                    <a:pt x="0" y="47490"/>
                  </a:lnTo>
                  <a:cubicBezTo>
                    <a:pt x="0" y="34895"/>
                    <a:pt x="5003" y="22816"/>
                    <a:pt x="13909" y="13909"/>
                  </a:cubicBezTo>
                  <a:cubicBezTo>
                    <a:pt x="22816" y="5003"/>
                    <a:pt x="34895" y="0"/>
                    <a:pt x="47490" y="0"/>
                  </a:cubicBezTo>
                  <a:close/>
                </a:path>
              </a:pathLst>
            </a:custGeom>
            <a:solidFill>
              <a:srgbClr val="33323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CustomShape 13"/>
            <p:cNvSpPr/>
            <p:nvPr/>
          </p:nvSpPr>
          <p:spPr>
            <a:xfrm>
              <a:off x="6689520" y="7237800"/>
              <a:ext cx="4890240" cy="11210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ts val="3920"/>
                </a:lnSpc>
              </a:pPr>
              <a:r>
                <a:rPr b="1" lang="en-US" sz="2800" spc="-1" strike="noStrike">
                  <a:solidFill>
                    <a:srgbClr val="ffffff"/>
                  </a:solidFill>
                  <a:latin typeface="Quicksand Bold"/>
                  <a:ea typeface="Quicksand Bold"/>
                </a:rPr>
                <a:t>I like challenging sports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94" name="Group 14"/>
          <p:cNvGrpSpPr/>
          <p:nvPr/>
        </p:nvGrpSpPr>
        <p:grpSpPr>
          <a:xfrm>
            <a:off x="6982560" y="4700520"/>
            <a:ext cx="4260960" cy="2404440"/>
            <a:chOff x="6982560" y="4700520"/>
            <a:chExt cx="4260960" cy="2404440"/>
          </a:xfrm>
        </p:grpSpPr>
        <p:sp>
          <p:nvSpPr>
            <p:cNvPr id="95" name="CustomShape 15"/>
            <p:cNvSpPr/>
            <p:nvPr/>
          </p:nvSpPr>
          <p:spPr>
            <a:xfrm>
              <a:off x="6982560" y="4700520"/>
              <a:ext cx="4260960" cy="2404440"/>
            </a:xfrm>
            <a:custGeom>
              <a:avLst/>
              <a:gdLst/>
              <a:ahLst/>
              <a:rect l="l" t="t" r="r" b="b"/>
              <a:pathLst>
                <a:path w="8150927" h="4599988">
                  <a:moveTo>
                    <a:pt x="8113478" y="4191211"/>
                  </a:moveTo>
                  <a:cubicBezTo>
                    <a:pt x="8113478" y="4191211"/>
                    <a:pt x="8113639" y="4191211"/>
                    <a:pt x="8113639" y="4191093"/>
                  </a:cubicBezTo>
                  <a:cubicBezTo>
                    <a:pt x="8114604" y="4191681"/>
                    <a:pt x="8116536" y="4192975"/>
                    <a:pt x="8123134" y="4196858"/>
                  </a:cubicBezTo>
                  <a:cubicBezTo>
                    <a:pt x="8123133" y="4196858"/>
                    <a:pt x="8122972" y="4196740"/>
                    <a:pt x="8113478" y="4191211"/>
                  </a:cubicBezTo>
                  <a:close/>
                  <a:moveTo>
                    <a:pt x="8138100" y="3847777"/>
                  </a:moveTo>
                  <a:cubicBezTo>
                    <a:pt x="8100281" y="2817711"/>
                    <a:pt x="8128927" y="1734582"/>
                    <a:pt x="8128927" y="743460"/>
                  </a:cubicBezTo>
                  <a:cubicBezTo>
                    <a:pt x="8122329" y="516504"/>
                    <a:pt x="8113799" y="215543"/>
                    <a:pt x="8129571" y="0"/>
                  </a:cubicBezTo>
                  <a:cubicBezTo>
                    <a:pt x="8009675" y="40591"/>
                    <a:pt x="7948681" y="16354"/>
                    <a:pt x="7817680" y="28120"/>
                  </a:cubicBezTo>
                  <a:cubicBezTo>
                    <a:pt x="7778252" y="50592"/>
                    <a:pt x="7721764" y="88241"/>
                    <a:pt x="7619249" y="93418"/>
                  </a:cubicBezTo>
                  <a:cubicBezTo>
                    <a:pt x="7642745" y="129773"/>
                    <a:pt x="7358052" y="109537"/>
                    <a:pt x="7082854" y="130597"/>
                  </a:cubicBezTo>
                  <a:cubicBezTo>
                    <a:pt x="7068370" y="153539"/>
                    <a:pt x="6984363" y="96830"/>
                    <a:pt x="6762595" y="94359"/>
                  </a:cubicBezTo>
                  <a:cubicBezTo>
                    <a:pt x="6760181" y="109419"/>
                    <a:pt x="6458430" y="142127"/>
                    <a:pt x="6240686" y="93535"/>
                  </a:cubicBezTo>
                  <a:cubicBezTo>
                    <a:pt x="6161023" y="149657"/>
                    <a:pt x="6083775" y="115772"/>
                    <a:pt x="5979972" y="112478"/>
                  </a:cubicBezTo>
                  <a:cubicBezTo>
                    <a:pt x="5831108" y="133891"/>
                    <a:pt x="5625755" y="115066"/>
                    <a:pt x="5437946" y="159422"/>
                  </a:cubicBezTo>
                  <a:cubicBezTo>
                    <a:pt x="5320947" y="123420"/>
                    <a:pt x="5078096" y="184365"/>
                    <a:pt x="4955947" y="182247"/>
                  </a:cubicBezTo>
                  <a:cubicBezTo>
                    <a:pt x="4898654" y="126714"/>
                    <a:pt x="4691211" y="326256"/>
                    <a:pt x="4505814" y="281312"/>
                  </a:cubicBezTo>
                  <a:cubicBezTo>
                    <a:pt x="4415691" y="329433"/>
                    <a:pt x="4346168" y="346846"/>
                    <a:pt x="4273586" y="320374"/>
                  </a:cubicBezTo>
                  <a:cubicBezTo>
                    <a:pt x="4140333" y="343552"/>
                    <a:pt x="3995009" y="337786"/>
                    <a:pt x="3846949" y="319315"/>
                  </a:cubicBezTo>
                  <a:cubicBezTo>
                    <a:pt x="3788208" y="324139"/>
                    <a:pt x="3722708" y="354376"/>
                    <a:pt x="3628561" y="333198"/>
                  </a:cubicBezTo>
                  <a:cubicBezTo>
                    <a:pt x="3501746" y="363906"/>
                    <a:pt x="3307981" y="406850"/>
                    <a:pt x="3102146" y="406379"/>
                  </a:cubicBezTo>
                  <a:cubicBezTo>
                    <a:pt x="3068671" y="432263"/>
                    <a:pt x="3012827" y="424969"/>
                    <a:pt x="2952155" y="453323"/>
                  </a:cubicBezTo>
                  <a:cubicBezTo>
                    <a:pt x="2949097" y="434263"/>
                    <a:pt x="2885367" y="441558"/>
                    <a:pt x="2860905" y="446146"/>
                  </a:cubicBezTo>
                  <a:cubicBezTo>
                    <a:pt x="2855273" y="434263"/>
                    <a:pt x="2829362" y="418498"/>
                    <a:pt x="2812786" y="443205"/>
                  </a:cubicBezTo>
                  <a:cubicBezTo>
                    <a:pt x="2765471" y="405908"/>
                    <a:pt x="2514092" y="491796"/>
                    <a:pt x="2148449" y="526152"/>
                  </a:cubicBezTo>
                  <a:cubicBezTo>
                    <a:pt x="2025174" y="537917"/>
                    <a:pt x="1932636" y="542741"/>
                    <a:pt x="1787796" y="549330"/>
                  </a:cubicBezTo>
                  <a:cubicBezTo>
                    <a:pt x="1698155" y="499326"/>
                    <a:pt x="1589686" y="562977"/>
                    <a:pt x="1495861" y="576743"/>
                  </a:cubicBezTo>
                  <a:cubicBezTo>
                    <a:pt x="1346836" y="520975"/>
                    <a:pt x="1150657" y="639571"/>
                    <a:pt x="947236" y="585096"/>
                  </a:cubicBezTo>
                  <a:cubicBezTo>
                    <a:pt x="744781" y="642512"/>
                    <a:pt x="618286" y="603686"/>
                    <a:pt x="332950" y="614981"/>
                  </a:cubicBezTo>
                  <a:cubicBezTo>
                    <a:pt x="0" y="678044"/>
                    <a:pt x="166544" y="200483"/>
                    <a:pt x="95250" y="3011252"/>
                  </a:cubicBezTo>
                  <a:cubicBezTo>
                    <a:pt x="131460" y="3021371"/>
                    <a:pt x="93091" y="3647411"/>
                    <a:pt x="116332" y="4411107"/>
                  </a:cubicBezTo>
                  <a:cubicBezTo>
                    <a:pt x="91059" y="4431226"/>
                    <a:pt x="121804" y="4492171"/>
                    <a:pt x="204202" y="4468640"/>
                  </a:cubicBezTo>
                  <a:cubicBezTo>
                    <a:pt x="233493" y="4494877"/>
                    <a:pt x="264231" y="4503113"/>
                    <a:pt x="345664" y="4516408"/>
                  </a:cubicBezTo>
                  <a:cubicBezTo>
                    <a:pt x="397485" y="4544763"/>
                    <a:pt x="542808" y="4477347"/>
                    <a:pt x="658198" y="4530174"/>
                  </a:cubicBezTo>
                  <a:cubicBezTo>
                    <a:pt x="696018" y="4502878"/>
                    <a:pt x="713398" y="4549351"/>
                    <a:pt x="751862" y="4533350"/>
                  </a:cubicBezTo>
                  <a:cubicBezTo>
                    <a:pt x="761679" y="4534527"/>
                    <a:pt x="822029" y="4484759"/>
                    <a:pt x="837157" y="4523820"/>
                  </a:cubicBezTo>
                  <a:cubicBezTo>
                    <a:pt x="934844" y="4592114"/>
                    <a:pt x="1115412" y="4542527"/>
                    <a:pt x="1234021" y="4524644"/>
                  </a:cubicBezTo>
                  <a:cubicBezTo>
                    <a:pt x="1351825" y="4551351"/>
                    <a:pt x="1418130" y="4586780"/>
                    <a:pt x="1706202" y="4536174"/>
                  </a:cubicBezTo>
                  <a:cubicBezTo>
                    <a:pt x="1872447" y="4588558"/>
                    <a:pt x="1978985" y="4512525"/>
                    <a:pt x="2127528" y="4463816"/>
                  </a:cubicBezTo>
                  <a:cubicBezTo>
                    <a:pt x="2238733" y="4521585"/>
                    <a:pt x="2391621" y="4491112"/>
                    <a:pt x="2664083" y="4504878"/>
                  </a:cubicBezTo>
                  <a:cubicBezTo>
                    <a:pt x="2745837" y="4506878"/>
                    <a:pt x="2836604" y="4599988"/>
                    <a:pt x="2938637" y="4511820"/>
                  </a:cubicBezTo>
                  <a:cubicBezTo>
                    <a:pt x="3002206" y="4558411"/>
                    <a:pt x="3160243" y="4495818"/>
                    <a:pt x="3386516" y="4524997"/>
                  </a:cubicBezTo>
                  <a:cubicBezTo>
                    <a:pt x="3529265" y="4434873"/>
                    <a:pt x="3682957" y="4526526"/>
                    <a:pt x="3860629" y="4454757"/>
                  </a:cubicBezTo>
                  <a:cubicBezTo>
                    <a:pt x="3937716" y="4462993"/>
                    <a:pt x="4007079" y="4380282"/>
                    <a:pt x="4110237" y="4389341"/>
                  </a:cubicBezTo>
                  <a:cubicBezTo>
                    <a:pt x="4244618" y="4379929"/>
                    <a:pt x="4392033" y="4337808"/>
                    <a:pt x="4569061" y="4360633"/>
                  </a:cubicBezTo>
                  <a:cubicBezTo>
                    <a:pt x="4710683" y="4331690"/>
                    <a:pt x="4934221" y="4302277"/>
                    <a:pt x="5128630" y="4368752"/>
                  </a:cubicBezTo>
                  <a:cubicBezTo>
                    <a:pt x="5122514" y="4332984"/>
                    <a:pt x="5342672" y="4344162"/>
                    <a:pt x="5498296" y="4319925"/>
                  </a:cubicBezTo>
                  <a:cubicBezTo>
                    <a:pt x="5485904" y="4290864"/>
                    <a:pt x="5591959" y="4328161"/>
                    <a:pt x="5635573" y="4303336"/>
                  </a:cubicBezTo>
                  <a:cubicBezTo>
                    <a:pt x="5671622" y="4268745"/>
                    <a:pt x="5722799" y="4288276"/>
                    <a:pt x="5773815" y="4277216"/>
                  </a:cubicBezTo>
                  <a:cubicBezTo>
                    <a:pt x="5773332" y="4249920"/>
                    <a:pt x="5798277" y="4294865"/>
                    <a:pt x="5851707" y="4265451"/>
                  </a:cubicBezTo>
                  <a:cubicBezTo>
                    <a:pt x="5848650" y="4270510"/>
                    <a:pt x="5907069" y="4214977"/>
                    <a:pt x="5936359" y="4233331"/>
                  </a:cubicBezTo>
                  <a:cubicBezTo>
                    <a:pt x="6053519" y="4253921"/>
                    <a:pt x="6147988" y="4251921"/>
                    <a:pt x="6307634" y="4203800"/>
                  </a:cubicBezTo>
                  <a:cubicBezTo>
                    <a:pt x="6423668" y="4255568"/>
                    <a:pt x="6623548" y="4192152"/>
                    <a:pt x="6743283" y="4172033"/>
                  </a:cubicBezTo>
                  <a:cubicBezTo>
                    <a:pt x="6748755" y="4121442"/>
                    <a:pt x="7172495" y="4133913"/>
                    <a:pt x="7505468" y="4215800"/>
                  </a:cubicBezTo>
                  <a:cubicBezTo>
                    <a:pt x="7626652" y="4222977"/>
                    <a:pt x="7698589" y="4185681"/>
                    <a:pt x="7819611" y="4220742"/>
                  </a:cubicBezTo>
                  <a:cubicBezTo>
                    <a:pt x="7884468" y="4186387"/>
                    <a:pt x="7977970" y="4195681"/>
                    <a:pt x="8098832" y="4191093"/>
                  </a:cubicBezTo>
                  <a:cubicBezTo>
                    <a:pt x="8104625" y="4192858"/>
                    <a:pt x="8109293" y="4192858"/>
                    <a:pt x="8113316" y="4191211"/>
                  </a:cubicBezTo>
                  <a:cubicBezTo>
                    <a:pt x="8112672" y="4190858"/>
                    <a:pt x="8112189" y="4190622"/>
                    <a:pt x="8111546" y="4190152"/>
                  </a:cubicBezTo>
                  <a:cubicBezTo>
                    <a:pt x="8112672" y="4190622"/>
                    <a:pt x="8112833" y="4190622"/>
                    <a:pt x="8113478" y="4191093"/>
                  </a:cubicBezTo>
                  <a:cubicBezTo>
                    <a:pt x="8150927" y="4173680"/>
                    <a:pt x="8107040" y="3984021"/>
                    <a:pt x="8138100" y="3847777"/>
                  </a:cubicBezTo>
                  <a:close/>
                </a:path>
              </a:pathLst>
            </a:custGeom>
            <a:blipFill rotWithShape="0">
              <a:blip r:embed="rId7"/>
              <a:stretch>
                <a:fillRect l="-395000" t="-1121750" r="-598555" b="-507416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6" name="CustomShape 16"/>
          <p:cNvSpPr/>
          <p:nvPr/>
        </p:nvSpPr>
        <p:spPr>
          <a:xfrm>
            <a:off x="11822040" y="4170960"/>
            <a:ext cx="4890240" cy="4063320"/>
          </a:xfrm>
          <a:custGeom>
            <a:avLst/>
            <a:gdLst/>
            <a:ahLst/>
            <a:rect l="l" t="t" r="r" b="b"/>
            <a:pathLst>
              <a:path w="4890674" h="4063706">
                <a:moveTo>
                  <a:pt x="0" y="0"/>
                </a:moveTo>
                <a:lnTo>
                  <a:pt x="4890674" y="0"/>
                </a:lnTo>
                <a:lnTo>
                  <a:pt x="4890674" y="4063706"/>
                </a:lnTo>
                <a:lnTo>
                  <a:pt x="0" y="40637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7" name="Group 17"/>
          <p:cNvGrpSpPr/>
          <p:nvPr/>
        </p:nvGrpSpPr>
        <p:grpSpPr>
          <a:xfrm>
            <a:off x="11819160" y="7237800"/>
            <a:ext cx="4890240" cy="1121040"/>
            <a:chOff x="11819160" y="7237800"/>
            <a:chExt cx="4890240" cy="1121040"/>
          </a:xfrm>
        </p:grpSpPr>
        <p:sp>
          <p:nvSpPr>
            <p:cNvPr id="98" name="CustomShape 18"/>
            <p:cNvSpPr/>
            <p:nvPr/>
          </p:nvSpPr>
          <p:spPr>
            <a:xfrm>
              <a:off x="11819160" y="7430040"/>
              <a:ext cx="4890240" cy="928800"/>
            </a:xfrm>
            <a:custGeom>
              <a:avLst/>
              <a:gdLst/>
              <a:ahLst/>
              <a:rect l="l" t="t" r="r" b="b"/>
              <a:pathLst>
                <a:path w="1696702" h="322410">
                  <a:moveTo>
                    <a:pt x="47490" y="0"/>
                  </a:moveTo>
                  <a:lnTo>
                    <a:pt x="1649212" y="0"/>
                  </a:lnTo>
                  <a:cubicBezTo>
                    <a:pt x="1661807" y="0"/>
                    <a:pt x="1673887" y="5003"/>
                    <a:pt x="1682793" y="13909"/>
                  </a:cubicBezTo>
                  <a:cubicBezTo>
                    <a:pt x="1691699" y="22816"/>
                    <a:pt x="1696702" y="34895"/>
                    <a:pt x="1696702" y="47490"/>
                  </a:cubicBezTo>
                  <a:lnTo>
                    <a:pt x="1696702" y="274920"/>
                  </a:lnTo>
                  <a:cubicBezTo>
                    <a:pt x="1696702" y="287515"/>
                    <a:pt x="1691699" y="299594"/>
                    <a:pt x="1682793" y="308500"/>
                  </a:cubicBezTo>
                  <a:cubicBezTo>
                    <a:pt x="1673887" y="317406"/>
                    <a:pt x="1661807" y="322410"/>
                    <a:pt x="1649212" y="322410"/>
                  </a:cubicBezTo>
                  <a:lnTo>
                    <a:pt x="47490" y="322410"/>
                  </a:lnTo>
                  <a:cubicBezTo>
                    <a:pt x="34895" y="322410"/>
                    <a:pt x="22816" y="317406"/>
                    <a:pt x="13909" y="308500"/>
                  </a:cubicBezTo>
                  <a:cubicBezTo>
                    <a:pt x="5003" y="299594"/>
                    <a:pt x="0" y="287515"/>
                    <a:pt x="0" y="274920"/>
                  </a:cubicBezTo>
                  <a:lnTo>
                    <a:pt x="0" y="47490"/>
                  </a:lnTo>
                  <a:cubicBezTo>
                    <a:pt x="0" y="34895"/>
                    <a:pt x="5003" y="22816"/>
                    <a:pt x="13909" y="13909"/>
                  </a:cubicBezTo>
                  <a:cubicBezTo>
                    <a:pt x="22816" y="5003"/>
                    <a:pt x="34895" y="0"/>
                    <a:pt x="47490" y="0"/>
                  </a:cubicBezTo>
                  <a:close/>
                </a:path>
              </a:pathLst>
            </a:custGeom>
            <a:solidFill>
              <a:srgbClr val="33323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" name="CustomShape 19"/>
            <p:cNvSpPr/>
            <p:nvPr/>
          </p:nvSpPr>
          <p:spPr>
            <a:xfrm>
              <a:off x="11819160" y="7237800"/>
              <a:ext cx="4890240" cy="11210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ts val="3920"/>
                </a:lnSpc>
              </a:pPr>
              <a:r>
                <a:rPr b="1" lang="en-US" sz="2800" spc="-1" strike="noStrike">
                  <a:solidFill>
                    <a:srgbClr val="ffffff"/>
                  </a:solidFill>
                  <a:latin typeface="Quicksand Bold"/>
                  <a:ea typeface="Quicksand Bold"/>
                </a:rPr>
                <a:t>I like... you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00" name="Group 20"/>
          <p:cNvGrpSpPr/>
          <p:nvPr/>
        </p:nvGrpSpPr>
        <p:grpSpPr>
          <a:xfrm>
            <a:off x="12112200" y="4700520"/>
            <a:ext cx="4260960" cy="2404440"/>
            <a:chOff x="12112200" y="4700520"/>
            <a:chExt cx="4260960" cy="2404440"/>
          </a:xfrm>
        </p:grpSpPr>
        <p:sp>
          <p:nvSpPr>
            <p:cNvPr id="101" name="CustomShape 21"/>
            <p:cNvSpPr/>
            <p:nvPr/>
          </p:nvSpPr>
          <p:spPr>
            <a:xfrm>
              <a:off x="12112200" y="4700520"/>
              <a:ext cx="4260960" cy="2404440"/>
            </a:xfrm>
            <a:custGeom>
              <a:avLst/>
              <a:gdLst/>
              <a:ahLst/>
              <a:rect l="l" t="t" r="r" b="b"/>
              <a:pathLst>
                <a:path w="8150927" h="4599988">
                  <a:moveTo>
                    <a:pt x="8113478" y="4191211"/>
                  </a:moveTo>
                  <a:cubicBezTo>
                    <a:pt x="8113478" y="4191211"/>
                    <a:pt x="8113639" y="4191211"/>
                    <a:pt x="8113639" y="4191093"/>
                  </a:cubicBezTo>
                  <a:cubicBezTo>
                    <a:pt x="8114604" y="4191681"/>
                    <a:pt x="8116536" y="4192975"/>
                    <a:pt x="8123134" y="4196858"/>
                  </a:cubicBezTo>
                  <a:cubicBezTo>
                    <a:pt x="8123133" y="4196858"/>
                    <a:pt x="8122972" y="4196740"/>
                    <a:pt x="8113478" y="4191211"/>
                  </a:cubicBezTo>
                  <a:close/>
                  <a:moveTo>
                    <a:pt x="8138100" y="3847777"/>
                  </a:moveTo>
                  <a:cubicBezTo>
                    <a:pt x="8100281" y="2817711"/>
                    <a:pt x="8128927" y="1734582"/>
                    <a:pt x="8128927" y="743460"/>
                  </a:cubicBezTo>
                  <a:cubicBezTo>
                    <a:pt x="8122329" y="516504"/>
                    <a:pt x="8113799" y="215543"/>
                    <a:pt x="8129571" y="0"/>
                  </a:cubicBezTo>
                  <a:cubicBezTo>
                    <a:pt x="8009675" y="40591"/>
                    <a:pt x="7948681" y="16354"/>
                    <a:pt x="7817680" y="28120"/>
                  </a:cubicBezTo>
                  <a:cubicBezTo>
                    <a:pt x="7778252" y="50592"/>
                    <a:pt x="7721764" y="88241"/>
                    <a:pt x="7619249" y="93418"/>
                  </a:cubicBezTo>
                  <a:cubicBezTo>
                    <a:pt x="7642745" y="129773"/>
                    <a:pt x="7358052" y="109537"/>
                    <a:pt x="7082854" y="130597"/>
                  </a:cubicBezTo>
                  <a:cubicBezTo>
                    <a:pt x="7068370" y="153539"/>
                    <a:pt x="6984363" y="96830"/>
                    <a:pt x="6762595" y="94359"/>
                  </a:cubicBezTo>
                  <a:cubicBezTo>
                    <a:pt x="6760181" y="109419"/>
                    <a:pt x="6458430" y="142127"/>
                    <a:pt x="6240686" y="93535"/>
                  </a:cubicBezTo>
                  <a:cubicBezTo>
                    <a:pt x="6161023" y="149657"/>
                    <a:pt x="6083775" y="115772"/>
                    <a:pt x="5979972" y="112478"/>
                  </a:cubicBezTo>
                  <a:cubicBezTo>
                    <a:pt x="5831108" y="133891"/>
                    <a:pt x="5625755" y="115066"/>
                    <a:pt x="5437946" y="159422"/>
                  </a:cubicBezTo>
                  <a:cubicBezTo>
                    <a:pt x="5320947" y="123420"/>
                    <a:pt x="5078096" y="184365"/>
                    <a:pt x="4955947" y="182247"/>
                  </a:cubicBezTo>
                  <a:cubicBezTo>
                    <a:pt x="4898654" y="126714"/>
                    <a:pt x="4691211" y="326256"/>
                    <a:pt x="4505814" y="281312"/>
                  </a:cubicBezTo>
                  <a:cubicBezTo>
                    <a:pt x="4415691" y="329433"/>
                    <a:pt x="4346168" y="346846"/>
                    <a:pt x="4273586" y="320374"/>
                  </a:cubicBezTo>
                  <a:cubicBezTo>
                    <a:pt x="4140333" y="343552"/>
                    <a:pt x="3995009" y="337786"/>
                    <a:pt x="3846949" y="319315"/>
                  </a:cubicBezTo>
                  <a:cubicBezTo>
                    <a:pt x="3788208" y="324139"/>
                    <a:pt x="3722708" y="354376"/>
                    <a:pt x="3628561" y="333198"/>
                  </a:cubicBezTo>
                  <a:cubicBezTo>
                    <a:pt x="3501746" y="363906"/>
                    <a:pt x="3307981" y="406850"/>
                    <a:pt x="3102146" y="406379"/>
                  </a:cubicBezTo>
                  <a:cubicBezTo>
                    <a:pt x="3068671" y="432263"/>
                    <a:pt x="3012827" y="424969"/>
                    <a:pt x="2952155" y="453323"/>
                  </a:cubicBezTo>
                  <a:cubicBezTo>
                    <a:pt x="2949097" y="434263"/>
                    <a:pt x="2885367" y="441558"/>
                    <a:pt x="2860905" y="446146"/>
                  </a:cubicBezTo>
                  <a:cubicBezTo>
                    <a:pt x="2855273" y="434263"/>
                    <a:pt x="2829362" y="418498"/>
                    <a:pt x="2812786" y="443205"/>
                  </a:cubicBezTo>
                  <a:cubicBezTo>
                    <a:pt x="2765471" y="405908"/>
                    <a:pt x="2514092" y="491796"/>
                    <a:pt x="2148449" y="526152"/>
                  </a:cubicBezTo>
                  <a:cubicBezTo>
                    <a:pt x="2025174" y="537917"/>
                    <a:pt x="1932636" y="542741"/>
                    <a:pt x="1787796" y="549330"/>
                  </a:cubicBezTo>
                  <a:cubicBezTo>
                    <a:pt x="1698155" y="499326"/>
                    <a:pt x="1589686" y="562977"/>
                    <a:pt x="1495861" y="576743"/>
                  </a:cubicBezTo>
                  <a:cubicBezTo>
                    <a:pt x="1346836" y="520975"/>
                    <a:pt x="1150657" y="639571"/>
                    <a:pt x="947236" y="585096"/>
                  </a:cubicBezTo>
                  <a:cubicBezTo>
                    <a:pt x="744781" y="642512"/>
                    <a:pt x="618286" y="603686"/>
                    <a:pt x="332950" y="614981"/>
                  </a:cubicBezTo>
                  <a:cubicBezTo>
                    <a:pt x="0" y="678044"/>
                    <a:pt x="166544" y="200483"/>
                    <a:pt x="95250" y="3011252"/>
                  </a:cubicBezTo>
                  <a:cubicBezTo>
                    <a:pt x="131460" y="3021371"/>
                    <a:pt x="93091" y="3647411"/>
                    <a:pt x="116332" y="4411107"/>
                  </a:cubicBezTo>
                  <a:cubicBezTo>
                    <a:pt x="91059" y="4431226"/>
                    <a:pt x="121804" y="4492171"/>
                    <a:pt x="204202" y="4468640"/>
                  </a:cubicBezTo>
                  <a:cubicBezTo>
                    <a:pt x="233493" y="4494877"/>
                    <a:pt x="264231" y="4503113"/>
                    <a:pt x="345664" y="4516408"/>
                  </a:cubicBezTo>
                  <a:cubicBezTo>
                    <a:pt x="397485" y="4544763"/>
                    <a:pt x="542808" y="4477347"/>
                    <a:pt x="658198" y="4530174"/>
                  </a:cubicBezTo>
                  <a:cubicBezTo>
                    <a:pt x="696018" y="4502878"/>
                    <a:pt x="713398" y="4549351"/>
                    <a:pt x="751862" y="4533350"/>
                  </a:cubicBezTo>
                  <a:cubicBezTo>
                    <a:pt x="761679" y="4534527"/>
                    <a:pt x="822029" y="4484759"/>
                    <a:pt x="837157" y="4523820"/>
                  </a:cubicBezTo>
                  <a:cubicBezTo>
                    <a:pt x="934844" y="4592114"/>
                    <a:pt x="1115412" y="4542527"/>
                    <a:pt x="1234021" y="4524644"/>
                  </a:cubicBezTo>
                  <a:cubicBezTo>
                    <a:pt x="1351825" y="4551351"/>
                    <a:pt x="1418130" y="4586780"/>
                    <a:pt x="1706202" y="4536174"/>
                  </a:cubicBezTo>
                  <a:cubicBezTo>
                    <a:pt x="1872447" y="4588558"/>
                    <a:pt x="1978985" y="4512525"/>
                    <a:pt x="2127528" y="4463816"/>
                  </a:cubicBezTo>
                  <a:cubicBezTo>
                    <a:pt x="2238733" y="4521585"/>
                    <a:pt x="2391621" y="4491112"/>
                    <a:pt x="2664083" y="4504878"/>
                  </a:cubicBezTo>
                  <a:cubicBezTo>
                    <a:pt x="2745837" y="4506878"/>
                    <a:pt x="2836604" y="4599988"/>
                    <a:pt x="2938637" y="4511820"/>
                  </a:cubicBezTo>
                  <a:cubicBezTo>
                    <a:pt x="3002206" y="4558411"/>
                    <a:pt x="3160243" y="4495818"/>
                    <a:pt x="3386516" y="4524997"/>
                  </a:cubicBezTo>
                  <a:cubicBezTo>
                    <a:pt x="3529265" y="4434873"/>
                    <a:pt x="3682957" y="4526526"/>
                    <a:pt x="3860629" y="4454757"/>
                  </a:cubicBezTo>
                  <a:cubicBezTo>
                    <a:pt x="3937716" y="4462993"/>
                    <a:pt x="4007079" y="4380282"/>
                    <a:pt x="4110237" y="4389341"/>
                  </a:cubicBezTo>
                  <a:cubicBezTo>
                    <a:pt x="4244618" y="4379929"/>
                    <a:pt x="4392033" y="4337808"/>
                    <a:pt x="4569061" y="4360633"/>
                  </a:cubicBezTo>
                  <a:cubicBezTo>
                    <a:pt x="4710683" y="4331690"/>
                    <a:pt x="4934221" y="4302277"/>
                    <a:pt x="5128630" y="4368752"/>
                  </a:cubicBezTo>
                  <a:cubicBezTo>
                    <a:pt x="5122514" y="4332984"/>
                    <a:pt x="5342672" y="4344162"/>
                    <a:pt x="5498296" y="4319925"/>
                  </a:cubicBezTo>
                  <a:cubicBezTo>
                    <a:pt x="5485904" y="4290864"/>
                    <a:pt x="5591959" y="4328161"/>
                    <a:pt x="5635573" y="4303336"/>
                  </a:cubicBezTo>
                  <a:cubicBezTo>
                    <a:pt x="5671622" y="4268745"/>
                    <a:pt x="5722799" y="4288276"/>
                    <a:pt x="5773815" y="4277216"/>
                  </a:cubicBezTo>
                  <a:cubicBezTo>
                    <a:pt x="5773332" y="4249920"/>
                    <a:pt x="5798277" y="4294865"/>
                    <a:pt x="5851707" y="4265451"/>
                  </a:cubicBezTo>
                  <a:cubicBezTo>
                    <a:pt x="5848650" y="4270510"/>
                    <a:pt x="5907069" y="4214977"/>
                    <a:pt x="5936359" y="4233331"/>
                  </a:cubicBezTo>
                  <a:cubicBezTo>
                    <a:pt x="6053519" y="4253921"/>
                    <a:pt x="6147988" y="4251921"/>
                    <a:pt x="6307634" y="4203800"/>
                  </a:cubicBezTo>
                  <a:cubicBezTo>
                    <a:pt x="6423668" y="4255568"/>
                    <a:pt x="6623548" y="4192152"/>
                    <a:pt x="6743283" y="4172033"/>
                  </a:cubicBezTo>
                  <a:cubicBezTo>
                    <a:pt x="6748755" y="4121442"/>
                    <a:pt x="7172495" y="4133913"/>
                    <a:pt x="7505468" y="4215800"/>
                  </a:cubicBezTo>
                  <a:cubicBezTo>
                    <a:pt x="7626652" y="4222977"/>
                    <a:pt x="7698589" y="4185681"/>
                    <a:pt x="7819611" y="4220742"/>
                  </a:cubicBezTo>
                  <a:cubicBezTo>
                    <a:pt x="7884468" y="4186387"/>
                    <a:pt x="7977970" y="4195681"/>
                    <a:pt x="8098832" y="4191093"/>
                  </a:cubicBezTo>
                  <a:cubicBezTo>
                    <a:pt x="8104625" y="4192858"/>
                    <a:pt x="8109293" y="4192858"/>
                    <a:pt x="8113316" y="4191211"/>
                  </a:cubicBezTo>
                  <a:cubicBezTo>
                    <a:pt x="8112672" y="4190858"/>
                    <a:pt x="8112189" y="4190622"/>
                    <a:pt x="8111546" y="4190152"/>
                  </a:cubicBezTo>
                  <a:cubicBezTo>
                    <a:pt x="8112672" y="4190622"/>
                    <a:pt x="8112833" y="4190622"/>
                    <a:pt x="8113478" y="4191093"/>
                  </a:cubicBezTo>
                  <a:cubicBezTo>
                    <a:pt x="8150927" y="4173680"/>
                    <a:pt x="8107040" y="3984021"/>
                    <a:pt x="8138100" y="3847777"/>
                  </a:cubicBezTo>
                  <a:close/>
                </a:path>
              </a:pathLst>
            </a:custGeom>
            <a:blipFill rotWithShape="0">
              <a:blip r:embed="rId9"/>
              <a:stretch>
                <a:fillRect l="0" t="-230994" r="0" b="-230994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2" name="CustomShape 22"/>
          <p:cNvSpPr/>
          <p:nvPr/>
        </p:nvSpPr>
        <p:spPr>
          <a:xfrm>
            <a:off x="-2201400" y="9269640"/>
            <a:ext cx="7314840" cy="1236600"/>
          </a:xfrm>
          <a:custGeom>
            <a:avLst/>
            <a:gdLst/>
            <a:ahLst/>
            <a:rect l="l" t="t" r="r" b="b"/>
            <a:pathLst>
              <a:path w="7315200" h="1236934">
                <a:moveTo>
                  <a:pt x="0" y="0"/>
                </a:moveTo>
                <a:lnTo>
                  <a:pt x="7315200" y="0"/>
                </a:lnTo>
                <a:lnTo>
                  <a:pt x="7315200" y="1236934"/>
                </a:lnTo>
                <a:lnTo>
                  <a:pt x="0" y="12369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CustomShape 23"/>
          <p:cNvSpPr/>
          <p:nvPr/>
        </p:nvSpPr>
        <p:spPr>
          <a:xfrm>
            <a:off x="4928760" y="9174240"/>
            <a:ext cx="7314840" cy="1236600"/>
          </a:xfrm>
          <a:custGeom>
            <a:avLst/>
            <a:gdLst/>
            <a:ahLst/>
            <a:rect l="l" t="t" r="r" b="b"/>
            <a:pathLst>
              <a:path w="7315200" h="1236934">
                <a:moveTo>
                  <a:pt x="0" y="0"/>
                </a:moveTo>
                <a:lnTo>
                  <a:pt x="7315200" y="0"/>
                </a:lnTo>
                <a:lnTo>
                  <a:pt x="7315200" y="1236934"/>
                </a:lnTo>
                <a:lnTo>
                  <a:pt x="0" y="12369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CustomShape 24"/>
          <p:cNvSpPr/>
          <p:nvPr/>
        </p:nvSpPr>
        <p:spPr>
          <a:xfrm flipH="1">
            <a:off x="12141720" y="9174240"/>
            <a:ext cx="7314840" cy="1236600"/>
          </a:xfrm>
          <a:custGeom>
            <a:avLst/>
            <a:gdLst/>
            <a:ahLst/>
            <a:rect l="l" t="t" r="r" b="b"/>
            <a:pathLst>
              <a:path w="7315200" h="1236934">
                <a:moveTo>
                  <a:pt x="7315200" y="0"/>
                </a:moveTo>
                <a:lnTo>
                  <a:pt x="0" y="0"/>
                </a:lnTo>
                <a:lnTo>
                  <a:pt x="0" y="1236934"/>
                </a:lnTo>
                <a:lnTo>
                  <a:pt x="7315200" y="1236934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1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CustomShape 25"/>
          <p:cNvSpPr/>
          <p:nvPr/>
        </p:nvSpPr>
        <p:spPr>
          <a:xfrm rot="20178000">
            <a:off x="17135640" y="4917960"/>
            <a:ext cx="2207520" cy="2569680"/>
          </a:xfrm>
          <a:custGeom>
            <a:avLst/>
            <a:gdLst/>
            <a:ahLst/>
            <a:rect l="l" t="t" r="r" b="b"/>
            <a:pathLst>
              <a:path w="2207799" h="2569878">
                <a:moveTo>
                  <a:pt x="0" y="0"/>
                </a:moveTo>
                <a:lnTo>
                  <a:pt x="2207799" y="0"/>
                </a:lnTo>
                <a:lnTo>
                  <a:pt x="2207799" y="2569878"/>
                </a:lnTo>
                <a:lnTo>
                  <a:pt x="0" y="25698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CustomShape 26"/>
          <p:cNvSpPr/>
          <p:nvPr/>
        </p:nvSpPr>
        <p:spPr>
          <a:xfrm rot="14938800">
            <a:off x="2849040" y="1267920"/>
            <a:ext cx="563400" cy="558360"/>
          </a:xfrm>
          <a:custGeom>
            <a:avLst/>
            <a:gdLst/>
            <a:ahLst/>
            <a:rect l="l" t="t" r="r" b="b"/>
            <a:pathLst>
              <a:path w="563733" h="558845">
                <a:moveTo>
                  <a:pt x="0" y="0"/>
                </a:moveTo>
                <a:lnTo>
                  <a:pt x="563733" y="0"/>
                </a:lnTo>
                <a:lnTo>
                  <a:pt x="563733" y="558846"/>
                </a:lnTo>
                <a:lnTo>
                  <a:pt x="0" y="5588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4"/>
            <a:stretch>
              <a:fillRect l="3768613" t="2301109" r="-866843" b="-1986223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CustomShape 27"/>
          <p:cNvSpPr/>
          <p:nvPr/>
        </p:nvSpPr>
        <p:spPr>
          <a:xfrm flipH="1">
            <a:off x="15917760" y="2554560"/>
            <a:ext cx="667080" cy="673200"/>
          </a:xfrm>
          <a:custGeom>
            <a:avLst/>
            <a:gdLst/>
            <a:ahLst/>
            <a:rect l="l" t="t" r="r" b="b"/>
            <a:pathLst>
              <a:path w="667513" h="673585">
                <a:moveTo>
                  <a:pt x="667512" y="0"/>
                </a:moveTo>
                <a:lnTo>
                  <a:pt x="0" y="0"/>
                </a:lnTo>
                <a:lnTo>
                  <a:pt x="0" y="673585"/>
                </a:lnTo>
                <a:lnTo>
                  <a:pt x="667512" y="673585"/>
                </a:lnTo>
                <a:lnTo>
                  <a:pt x="667512" y="0"/>
                </a:lnTo>
                <a:close/>
              </a:path>
            </a:pathLst>
          </a:custGeom>
          <a:blipFill rotWithShape="0">
            <a:blip r:embed="rId15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CustomShape 28"/>
          <p:cNvSpPr/>
          <p:nvPr/>
        </p:nvSpPr>
        <p:spPr>
          <a:xfrm flipH="1" rot="14938800">
            <a:off x="16962120" y="8443080"/>
            <a:ext cx="563400" cy="558360"/>
          </a:xfrm>
          <a:custGeom>
            <a:avLst/>
            <a:gdLst/>
            <a:ahLst/>
            <a:rect l="l" t="t" r="r" b="b"/>
            <a:pathLst>
              <a:path w="563733" h="558845">
                <a:moveTo>
                  <a:pt x="563732" y="0"/>
                </a:moveTo>
                <a:lnTo>
                  <a:pt x="0" y="0"/>
                </a:lnTo>
                <a:lnTo>
                  <a:pt x="0" y="558846"/>
                </a:lnTo>
                <a:lnTo>
                  <a:pt x="563732" y="558846"/>
                </a:lnTo>
                <a:lnTo>
                  <a:pt x="563732" y="0"/>
                </a:lnTo>
                <a:close/>
              </a:path>
            </a:pathLst>
          </a:custGeom>
          <a:blipFill rotWithShape="0">
            <a:blip r:embed="rId16"/>
            <a:stretch>
              <a:fillRect l="3768613" t="2301109" r="-866843" b="-1986223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CustomShape 29"/>
          <p:cNvSpPr/>
          <p:nvPr/>
        </p:nvSpPr>
        <p:spPr>
          <a:xfrm>
            <a:off x="13482000" y="-3045600"/>
            <a:ext cx="4624560" cy="4780800"/>
          </a:xfrm>
          <a:custGeom>
            <a:avLst/>
            <a:gdLst/>
            <a:ahLst/>
            <a:rect l="l" t="t" r="r" b="b"/>
            <a:pathLst>
              <a:path w="4624931" h="4781115">
                <a:moveTo>
                  <a:pt x="0" y="0"/>
                </a:moveTo>
                <a:lnTo>
                  <a:pt x="4624930" y="0"/>
                </a:lnTo>
                <a:lnTo>
                  <a:pt x="4624930" y="4781115"/>
                </a:lnTo>
                <a:lnTo>
                  <a:pt x="0" y="47811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CustomShape 30"/>
          <p:cNvSpPr/>
          <p:nvPr/>
        </p:nvSpPr>
        <p:spPr>
          <a:xfrm>
            <a:off x="4806000" y="1823400"/>
            <a:ext cx="8675640" cy="109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8640"/>
              </a:lnSpc>
            </a:pPr>
            <a:r>
              <a:rPr b="0" lang="en-US" sz="9600" spc="-1" strike="noStrike">
                <a:solidFill>
                  <a:srgbClr val="333231"/>
                </a:solidFill>
                <a:latin typeface="Fredoka"/>
                <a:ea typeface="Fredoka"/>
              </a:rPr>
              <a:t>Things I Like</a:t>
            </a:r>
            <a:endParaRPr b="0" lang="en-US" sz="9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stomShape 1"/>
          <p:cNvSpPr/>
          <p:nvPr/>
        </p:nvSpPr>
        <p:spPr>
          <a:xfrm>
            <a:off x="0" y="0"/>
            <a:ext cx="18287640" cy="1028664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>
              <a:fillRect l="0" t="-146907" r="0" b="-146907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CustomShape 2"/>
          <p:cNvSpPr/>
          <p:nvPr/>
        </p:nvSpPr>
        <p:spPr>
          <a:xfrm>
            <a:off x="1622160" y="1495800"/>
            <a:ext cx="11563200" cy="7295400"/>
          </a:xfrm>
          <a:custGeom>
            <a:avLst/>
            <a:gdLst/>
            <a:ahLst/>
            <a:rect l="l" t="t" r="r" b="b"/>
            <a:pathLst>
              <a:path w="11563617" h="7295591">
                <a:moveTo>
                  <a:pt x="0" y="0"/>
                </a:moveTo>
                <a:lnTo>
                  <a:pt x="11563617" y="0"/>
                </a:lnTo>
                <a:lnTo>
                  <a:pt x="11563617" y="7295592"/>
                </a:lnTo>
                <a:lnTo>
                  <a:pt x="0" y="729559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CustomShape 3"/>
          <p:cNvSpPr/>
          <p:nvPr/>
        </p:nvSpPr>
        <p:spPr>
          <a:xfrm>
            <a:off x="11121840" y="3517920"/>
            <a:ext cx="5543640" cy="4606200"/>
          </a:xfrm>
          <a:custGeom>
            <a:avLst/>
            <a:gdLst/>
            <a:ahLst/>
            <a:rect l="l" t="t" r="r" b="b"/>
            <a:pathLst>
              <a:path w="5543975" h="4606539">
                <a:moveTo>
                  <a:pt x="0" y="0"/>
                </a:moveTo>
                <a:lnTo>
                  <a:pt x="5543975" y="0"/>
                </a:lnTo>
                <a:lnTo>
                  <a:pt x="5543975" y="4606539"/>
                </a:lnTo>
                <a:lnTo>
                  <a:pt x="0" y="460653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4" name="Group 4"/>
          <p:cNvGrpSpPr/>
          <p:nvPr/>
        </p:nvGrpSpPr>
        <p:grpSpPr>
          <a:xfrm>
            <a:off x="11384640" y="4125240"/>
            <a:ext cx="4960440" cy="3051000"/>
            <a:chOff x="11384640" y="4125240"/>
            <a:chExt cx="4960440" cy="3051000"/>
          </a:xfrm>
        </p:grpSpPr>
        <p:sp>
          <p:nvSpPr>
            <p:cNvPr id="115" name="CustomShape 5"/>
            <p:cNvSpPr/>
            <p:nvPr/>
          </p:nvSpPr>
          <p:spPr>
            <a:xfrm>
              <a:off x="11384640" y="4125240"/>
              <a:ext cx="4960440" cy="3051000"/>
            </a:xfrm>
            <a:custGeom>
              <a:avLst/>
              <a:gdLst/>
              <a:ahLst/>
              <a:rect l="l" t="t" r="r" b="b"/>
              <a:pathLst>
                <a:path w="7069280" h="4348019">
                  <a:moveTo>
                    <a:pt x="7035142" y="3959671"/>
                  </a:moveTo>
                  <a:cubicBezTo>
                    <a:pt x="7035142" y="3959671"/>
                    <a:pt x="7035281" y="3959671"/>
                    <a:pt x="7035281" y="3959559"/>
                  </a:cubicBezTo>
                  <a:cubicBezTo>
                    <a:pt x="7036117" y="3960116"/>
                    <a:pt x="7037789" y="3961338"/>
                    <a:pt x="7043500" y="3965006"/>
                  </a:cubicBezTo>
                  <a:cubicBezTo>
                    <a:pt x="7043500" y="3965006"/>
                    <a:pt x="7043360" y="3964895"/>
                    <a:pt x="7035142" y="3959671"/>
                  </a:cubicBezTo>
                  <a:close/>
                  <a:moveTo>
                    <a:pt x="7056454" y="3635210"/>
                  </a:moveTo>
                  <a:cubicBezTo>
                    <a:pt x="7023720" y="2662049"/>
                    <a:pt x="7048514" y="1638757"/>
                    <a:pt x="7048514" y="702388"/>
                  </a:cubicBezTo>
                  <a:cubicBezTo>
                    <a:pt x="7042803" y="487970"/>
                    <a:pt x="7035420" y="203636"/>
                    <a:pt x="7049071" y="0"/>
                  </a:cubicBezTo>
                  <a:cubicBezTo>
                    <a:pt x="6945299" y="38348"/>
                    <a:pt x="6892509" y="15451"/>
                    <a:pt x="6779125" y="26566"/>
                  </a:cubicBezTo>
                  <a:cubicBezTo>
                    <a:pt x="6744999" y="47797"/>
                    <a:pt x="6696108" y="83366"/>
                    <a:pt x="6607380" y="88257"/>
                  </a:cubicBezTo>
                  <a:cubicBezTo>
                    <a:pt x="6627716" y="122604"/>
                    <a:pt x="6381310" y="103485"/>
                    <a:pt x="6143123" y="123382"/>
                  </a:cubicBezTo>
                  <a:cubicBezTo>
                    <a:pt x="6130587" y="145057"/>
                    <a:pt x="6057877" y="91481"/>
                    <a:pt x="5865934" y="89146"/>
                  </a:cubicBezTo>
                  <a:cubicBezTo>
                    <a:pt x="5863845" y="103374"/>
                    <a:pt x="5602674" y="134275"/>
                    <a:pt x="5414214" y="88368"/>
                  </a:cubicBezTo>
                  <a:cubicBezTo>
                    <a:pt x="5345264" y="141389"/>
                    <a:pt x="5278405" y="109376"/>
                    <a:pt x="5188562" y="106264"/>
                  </a:cubicBezTo>
                  <a:cubicBezTo>
                    <a:pt x="5059718" y="126494"/>
                    <a:pt x="4881983" y="108710"/>
                    <a:pt x="4719431" y="150615"/>
                  </a:cubicBezTo>
                  <a:cubicBezTo>
                    <a:pt x="4618166" y="116602"/>
                    <a:pt x="4407976" y="174180"/>
                    <a:pt x="4302254" y="172179"/>
                  </a:cubicBezTo>
                  <a:cubicBezTo>
                    <a:pt x="4252666" y="119714"/>
                    <a:pt x="4073121" y="308233"/>
                    <a:pt x="3912657" y="265771"/>
                  </a:cubicBezTo>
                  <a:cubicBezTo>
                    <a:pt x="3834655" y="311234"/>
                    <a:pt x="3774481" y="327685"/>
                    <a:pt x="3711661" y="302675"/>
                  </a:cubicBezTo>
                  <a:cubicBezTo>
                    <a:pt x="3596328" y="324572"/>
                    <a:pt x="3470548" y="319126"/>
                    <a:pt x="3342400" y="301674"/>
                  </a:cubicBezTo>
                  <a:cubicBezTo>
                    <a:pt x="3291559" y="306232"/>
                    <a:pt x="3234868" y="334799"/>
                    <a:pt x="3153382" y="314791"/>
                  </a:cubicBezTo>
                  <a:cubicBezTo>
                    <a:pt x="3043621" y="343802"/>
                    <a:pt x="2875915" y="384374"/>
                    <a:pt x="2697762" y="383929"/>
                  </a:cubicBezTo>
                  <a:cubicBezTo>
                    <a:pt x="2668789" y="408383"/>
                    <a:pt x="2620455" y="401492"/>
                    <a:pt x="2567943" y="428280"/>
                  </a:cubicBezTo>
                  <a:cubicBezTo>
                    <a:pt x="2565296" y="410273"/>
                    <a:pt x="2510137" y="417164"/>
                    <a:pt x="2488965" y="421499"/>
                  </a:cubicBezTo>
                  <a:cubicBezTo>
                    <a:pt x="2484090" y="410273"/>
                    <a:pt x="2461664" y="395378"/>
                    <a:pt x="2447317" y="418721"/>
                  </a:cubicBezTo>
                  <a:cubicBezTo>
                    <a:pt x="2406365" y="383484"/>
                    <a:pt x="2188793" y="464628"/>
                    <a:pt x="1872324" y="497085"/>
                  </a:cubicBezTo>
                  <a:cubicBezTo>
                    <a:pt x="1765627" y="508200"/>
                    <a:pt x="1685535" y="512758"/>
                    <a:pt x="1560173" y="518982"/>
                  </a:cubicBezTo>
                  <a:cubicBezTo>
                    <a:pt x="1482588" y="471741"/>
                    <a:pt x="1388706" y="531876"/>
                    <a:pt x="1307499" y="544881"/>
                  </a:cubicBezTo>
                  <a:cubicBezTo>
                    <a:pt x="1178516" y="492194"/>
                    <a:pt x="1008720" y="604238"/>
                    <a:pt x="832656" y="552773"/>
                  </a:cubicBezTo>
                  <a:cubicBezTo>
                    <a:pt x="657428" y="607017"/>
                    <a:pt x="547946" y="570336"/>
                    <a:pt x="300983" y="581007"/>
                  </a:cubicBezTo>
                  <a:cubicBezTo>
                    <a:pt x="0" y="640586"/>
                    <a:pt x="156956" y="189408"/>
                    <a:pt x="95250" y="2844898"/>
                  </a:cubicBezTo>
                  <a:cubicBezTo>
                    <a:pt x="126590" y="2854458"/>
                    <a:pt x="93091" y="3445913"/>
                    <a:pt x="113497" y="4167419"/>
                  </a:cubicBezTo>
                  <a:cubicBezTo>
                    <a:pt x="91059" y="4186427"/>
                    <a:pt x="118233" y="4244005"/>
                    <a:pt x="189550" y="4221774"/>
                  </a:cubicBezTo>
                  <a:cubicBezTo>
                    <a:pt x="214901" y="4246562"/>
                    <a:pt x="241505" y="4254343"/>
                    <a:pt x="311987" y="4266903"/>
                  </a:cubicBezTo>
                  <a:cubicBezTo>
                    <a:pt x="356838" y="4293691"/>
                    <a:pt x="482618" y="4230000"/>
                    <a:pt x="582490" y="4279908"/>
                  </a:cubicBezTo>
                  <a:cubicBezTo>
                    <a:pt x="615223" y="4254120"/>
                    <a:pt x="630266" y="4298026"/>
                    <a:pt x="663557" y="4282909"/>
                  </a:cubicBezTo>
                  <a:cubicBezTo>
                    <a:pt x="672054" y="4284021"/>
                    <a:pt x="724288" y="4237002"/>
                    <a:pt x="737381" y="4273905"/>
                  </a:cubicBezTo>
                  <a:cubicBezTo>
                    <a:pt x="821931" y="4340146"/>
                    <a:pt x="978215" y="4291579"/>
                    <a:pt x="1080873" y="4274684"/>
                  </a:cubicBezTo>
                  <a:cubicBezTo>
                    <a:pt x="1182834" y="4299916"/>
                    <a:pt x="1240221" y="4334811"/>
                    <a:pt x="1489552" y="4285577"/>
                  </a:cubicBezTo>
                  <a:cubicBezTo>
                    <a:pt x="1633440" y="4336590"/>
                    <a:pt x="1725650" y="4263235"/>
                    <a:pt x="1854216" y="4217217"/>
                  </a:cubicBezTo>
                  <a:cubicBezTo>
                    <a:pt x="1950466" y="4271794"/>
                    <a:pt x="2082792" y="4243005"/>
                    <a:pt x="2318612" y="4256010"/>
                  </a:cubicBezTo>
                  <a:cubicBezTo>
                    <a:pt x="2389372" y="4257899"/>
                    <a:pt x="2467932" y="4348019"/>
                    <a:pt x="2556242" y="4262568"/>
                  </a:cubicBezTo>
                  <a:cubicBezTo>
                    <a:pt x="2611262" y="4306585"/>
                    <a:pt x="2748046" y="4247451"/>
                    <a:pt x="2943889" y="4275017"/>
                  </a:cubicBezTo>
                  <a:cubicBezTo>
                    <a:pt x="3067440" y="4189873"/>
                    <a:pt x="3200463" y="4276462"/>
                    <a:pt x="3354240" y="4208658"/>
                  </a:cubicBezTo>
                  <a:cubicBezTo>
                    <a:pt x="3420960" y="4216439"/>
                    <a:pt x="3480995" y="4138297"/>
                    <a:pt x="3570280" y="4146856"/>
                  </a:cubicBezTo>
                  <a:cubicBezTo>
                    <a:pt x="3686588" y="4137963"/>
                    <a:pt x="3814178" y="4098170"/>
                    <a:pt x="3967399" y="4119734"/>
                  </a:cubicBezTo>
                  <a:cubicBezTo>
                    <a:pt x="4089975" y="4092390"/>
                    <a:pt x="4283449" y="4064601"/>
                    <a:pt x="4451713" y="4127403"/>
                  </a:cubicBezTo>
                  <a:cubicBezTo>
                    <a:pt x="4446420" y="4093612"/>
                    <a:pt x="4636970" y="4104172"/>
                    <a:pt x="4771665" y="4081274"/>
                  </a:cubicBezTo>
                  <a:cubicBezTo>
                    <a:pt x="4760939" y="4053819"/>
                    <a:pt x="4852732" y="4089055"/>
                    <a:pt x="4890480" y="4065601"/>
                  </a:cubicBezTo>
                  <a:cubicBezTo>
                    <a:pt x="4921681" y="4032922"/>
                    <a:pt x="4965975" y="4051374"/>
                    <a:pt x="5010131" y="4040925"/>
                  </a:cubicBezTo>
                  <a:cubicBezTo>
                    <a:pt x="5009713" y="4015137"/>
                    <a:pt x="5031303" y="4057598"/>
                    <a:pt x="5077547" y="4029809"/>
                  </a:cubicBezTo>
                  <a:cubicBezTo>
                    <a:pt x="5074901" y="4034589"/>
                    <a:pt x="5125464" y="3982124"/>
                    <a:pt x="5150814" y="3999464"/>
                  </a:cubicBezTo>
                  <a:cubicBezTo>
                    <a:pt x="5252218" y="4018916"/>
                    <a:pt x="5333982" y="4017027"/>
                    <a:pt x="5472158" y="3971565"/>
                  </a:cubicBezTo>
                  <a:cubicBezTo>
                    <a:pt x="5572587" y="4020472"/>
                    <a:pt x="5745587" y="3960560"/>
                    <a:pt x="5849219" y="3941552"/>
                  </a:cubicBezTo>
                  <a:cubicBezTo>
                    <a:pt x="5853955" y="3893756"/>
                    <a:pt x="6220708" y="3905538"/>
                    <a:pt x="6508901" y="3982902"/>
                  </a:cubicBezTo>
                  <a:cubicBezTo>
                    <a:pt x="6613787" y="3989682"/>
                    <a:pt x="6676050" y="3954447"/>
                    <a:pt x="6780797" y="3987571"/>
                  </a:cubicBezTo>
                  <a:cubicBezTo>
                    <a:pt x="6836931" y="3955113"/>
                    <a:pt x="6917859" y="3963895"/>
                    <a:pt x="7022467" y="3959559"/>
                  </a:cubicBezTo>
                  <a:cubicBezTo>
                    <a:pt x="7027481" y="3961227"/>
                    <a:pt x="7031520" y="3961227"/>
                    <a:pt x="7035002" y="3959671"/>
                  </a:cubicBezTo>
                  <a:cubicBezTo>
                    <a:pt x="7034445" y="3959337"/>
                    <a:pt x="7034027" y="3959115"/>
                    <a:pt x="7033471" y="3958670"/>
                  </a:cubicBezTo>
                  <a:cubicBezTo>
                    <a:pt x="7034445" y="3959115"/>
                    <a:pt x="7034585" y="3959115"/>
                    <a:pt x="7035142" y="3959559"/>
                  </a:cubicBezTo>
                  <a:cubicBezTo>
                    <a:pt x="7069280" y="3943109"/>
                    <a:pt x="7029570" y="3763927"/>
                    <a:pt x="7056454" y="3635210"/>
                  </a:cubicBezTo>
                  <a:close/>
                </a:path>
              </a:pathLst>
            </a:custGeom>
            <a:blipFill rotWithShape="0">
              <a:blip r:embed="rId4"/>
              <a:stretch>
                <a:fillRect l="-621555" t="-869166" r="-154722" b="-167083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6" name="CustomShape 6"/>
          <p:cNvSpPr/>
          <p:nvPr/>
        </p:nvSpPr>
        <p:spPr>
          <a:xfrm rot="20221200">
            <a:off x="742680" y="6835320"/>
            <a:ext cx="1758240" cy="2577960"/>
          </a:xfrm>
          <a:custGeom>
            <a:avLst/>
            <a:gdLst/>
            <a:ahLst/>
            <a:rect l="l" t="t" r="r" b="b"/>
            <a:pathLst>
              <a:path w="1758657" h="2578395">
                <a:moveTo>
                  <a:pt x="0" y="0"/>
                </a:moveTo>
                <a:lnTo>
                  <a:pt x="1758657" y="0"/>
                </a:lnTo>
                <a:lnTo>
                  <a:pt x="1758657" y="2578395"/>
                </a:lnTo>
                <a:lnTo>
                  <a:pt x="0" y="25783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CustomShape 7"/>
          <p:cNvSpPr/>
          <p:nvPr/>
        </p:nvSpPr>
        <p:spPr>
          <a:xfrm flipV="1" rot="2865600">
            <a:off x="13730760" y="-2057040"/>
            <a:ext cx="3628080" cy="4114440"/>
          </a:xfrm>
          <a:custGeom>
            <a:avLst/>
            <a:gdLst/>
            <a:ahLst/>
            <a:rect l="l" t="t" r="r" b="b"/>
            <a:pathLst>
              <a:path w="3628505" h="4114800">
                <a:moveTo>
                  <a:pt x="0" y="4114800"/>
                </a:moveTo>
                <a:lnTo>
                  <a:pt x="3628505" y="4114800"/>
                </a:lnTo>
                <a:lnTo>
                  <a:pt x="362850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CustomShape 8"/>
          <p:cNvSpPr/>
          <p:nvPr/>
        </p:nvSpPr>
        <p:spPr>
          <a:xfrm>
            <a:off x="3132720" y="4337640"/>
            <a:ext cx="6487920" cy="20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7920"/>
              </a:lnSpc>
            </a:pPr>
            <a:r>
              <a:rPr b="0" lang="en-US" sz="8800" spc="-1" strike="noStrike">
                <a:solidFill>
                  <a:srgbClr val="333231"/>
                </a:solidFill>
                <a:latin typeface="Fredoka"/>
                <a:ea typeface="Fredoka"/>
              </a:rPr>
              <a:t>My Hobbies</a:t>
            </a:r>
            <a:endParaRPr b="0" lang="en-US" sz="8800" spc="-1" strike="noStrike">
              <a:latin typeface="Arial"/>
            </a:endParaRPr>
          </a:p>
        </p:txBody>
      </p:sp>
      <p:sp>
        <p:nvSpPr>
          <p:cNvPr id="119" name="CustomShape 9"/>
          <p:cNvSpPr/>
          <p:nvPr/>
        </p:nvSpPr>
        <p:spPr>
          <a:xfrm>
            <a:off x="3132720" y="5900400"/>
            <a:ext cx="6487920" cy="22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just">
              <a:lnSpc>
                <a:spcPts val="4479"/>
              </a:lnSpc>
            </a:pPr>
            <a:r>
              <a:rPr b="1" lang="en-US" sz="3200" spc="-1" strike="noStrike">
                <a:solidFill>
                  <a:srgbClr val="333231"/>
                </a:solidFill>
                <a:latin typeface="Quicksand Bold"/>
                <a:ea typeface="Quicksand Bold"/>
              </a:rPr>
              <a:t>I love traveling around the world to photograph landscapes and beautiful moments.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0" name="CustomShape 10"/>
          <p:cNvSpPr/>
          <p:nvPr/>
        </p:nvSpPr>
        <p:spPr>
          <a:xfrm flipH="1">
            <a:off x="732600" y="564912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592046" y="0"/>
                </a:moveTo>
                <a:lnTo>
                  <a:pt x="0" y="0"/>
                </a:lnTo>
                <a:lnTo>
                  <a:pt x="0" y="597432"/>
                </a:lnTo>
                <a:lnTo>
                  <a:pt x="592046" y="597432"/>
                </a:lnTo>
                <a:lnTo>
                  <a:pt x="592046" y="0"/>
                </a:lnTo>
                <a:close/>
              </a:path>
            </a:pathLst>
          </a:custGeom>
          <a:blipFill rotWithShape="0">
            <a:blip r:embed="rId7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CustomShape 11"/>
          <p:cNvSpPr/>
          <p:nvPr/>
        </p:nvSpPr>
        <p:spPr>
          <a:xfrm rot="14938800">
            <a:off x="14339160" y="2083680"/>
            <a:ext cx="563400" cy="558360"/>
          </a:xfrm>
          <a:custGeom>
            <a:avLst/>
            <a:gdLst/>
            <a:ahLst/>
            <a:rect l="l" t="t" r="r" b="b"/>
            <a:pathLst>
              <a:path w="563733" h="558845">
                <a:moveTo>
                  <a:pt x="0" y="0"/>
                </a:moveTo>
                <a:lnTo>
                  <a:pt x="563732" y="0"/>
                </a:lnTo>
                <a:lnTo>
                  <a:pt x="563732" y="558845"/>
                </a:lnTo>
                <a:lnTo>
                  <a:pt x="0" y="5588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tretch>
              <a:fillRect l="3768613" t="2301109" r="-866843" b="-1986223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CustomShape 12"/>
          <p:cNvSpPr/>
          <p:nvPr/>
        </p:nvSpPr>
        <p:spPr>
          <a:xfrm flipH="1" rot="6064800">
            <a:off x="16193160" y="8191440"/>
            <a:ext cx="976680" cy="985680"/>
          </a:xfrm>
          <a:custGeom>
            <a:avLst/>
            <a:gdLst/>
            <a:ahLst/>
            <a:rect l="l" t="t" r="r" b="b"/>
            <a:pathLst>
              <a:path w="977061" h="985949">
                <a:moveTo>
                  <a:pt x="977061" y="0"/>
                </a:moveTo>
                <a:lnTo>
                  <a:pt x="0" y="0"/>
                </a:lnTo>
                <a:lnTo>
                  <a:pt x="0" y="985950"/>
                </a:lnTo>
                <a:lnTo>
                  <a:pt x="977061" y="985950"/>
                </a:lnTo>
                <a:lnTo>
                  <a:pt x="977061" y="0"/>
                </a:lnTo>
                <a:close/>
              </a:path>
            </a:pathLst>
          </a:custGeom>
          <a:blipFill rotWithShape="0">
            <a:blip r:embed="rId9"/>
            <a:stretch>
              <a:fillRect l="-3779840" t="-4457957" r="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CustomShape 13"/>
          <p:cNvSpPr/>
          <p:nvPr/>
        </p:nvSpPr>
        <p:spPr>
          <a:xfrm>
            <a:off x="16963200" y="242748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0" y="0"/>
                </a:moveTo>
                <a:lnTo>
                  <a:pt x="592046" y="0"/>
                </a:lnTo>
                <a:lnTo>
                  <a:pt x="592046" y="597431"/>
                </a:lnTo>
                <a:lnTo>
                  <a:pt x="0" y="59743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0" y="0"/>
            <a:ext cx="18287640" cy="1028664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>
              <a:fillRect l="0" t="-146907" r="0" b="-146907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CustomShape 2"/>
          <p:cNvSpPr/>
          <p:nvPr/>
        </p:nvSpPr>
        <p:spPr>
          <a:xfrm>
            <a:off x="1887840" y="1412280"/>
            <a:ext cx="3836160" cy="3187440"/>
          </a:xfrm>
          <a:custGeom>
            <a:avLst/>
            <a:gdLst/>
            <a:ahLst/>
            <a:rect l="l" t="t" r="r" b="b"/>
            <a:pathLst>
              <a:path w="3836697" h="3187947">
                <a:moveTo>
                  <a:pt x="0" y="0"/>
                </a:moveTo>
                <a:lnTo>
                  <a:pt x="3836697" y="0"/>
                </a:lnTo>
                <a:lnTo>
                  <a:pt x="3836697" y="3187946"/>
                </a:lnTo>
                <a:lnTo>
                  <a:pt x="0" y="31879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26" name="Group 3"/>
          <p:cNvGrpSpPr/>
          <p:nvPr/>
        </p:nvGrpSpPr>
        <p:grpSpPr>
          <a:xfrm>
            <a:off x="2148840" y="1827720"/>
            <a:ext cx="3342600" cy="2018520"/>
            <a:chOff x="2148840" y="1827720"/>
            <a:chExt cx="3342600" cy="2018520"/>
          </a:xfrm>
        </p:grpSpPr>
        <p:sp>
          <p:nvSpPr>
            <p:cNvPr id="127" name="CustomShape 4"/>
            <p:cNvSpPr/>
            <p:nvPr/>
          </p:nvSpPr>
          <p:spPr>
            <a:xfrm flipH="1">
              <a:off x="2148480" y="1827720"/>
              <a:ext cx="3342600" cy="2018520"/>
            </a:xfrm>
            <a:custGeom>
              <a:avLst/>
              <a:gdLst/>
              <a:ahLst/>
              <a:rect l="l" t="t" r="r" b="b"/>
              <a:pathLst>
                <a:path w="8150927" h="4922555">
                  <a:moveTo>
                    <a:pt x="37450" y="4487625"/>
                  </a:moveTo>
                  <a:cubicBezTo>
                    <a:pt x="37450" y="4487625"/>
                    <a:pt x="37288" y="4487625"/>
                    <a:pt x="37288" y="4487499"/>
                  </a:cubicBezTo>
                  <a:cubicBezTo>
                    <a:pt x="36323" y="4488130"/>
                    <a:pt x="34392" y="4489515"/>
                    <a:pt x="27794" y="4493673"/>
                  </a:cubicBezTo>
                  <a:cubicBezTo>
                    <a:pt x="27794" y="4493672"/>
                    <a:pt x="27955" y="4493546"/>
                    <a:pt x="37450" y="4487625"/>
                  </a:cubicBezTo>
                  <a:close/>
                  <a:moveTo>
                    <a:pt x="12827" y="4119903"/>
                  </a:moveTo>
                  <a:cubicBezTo>
                    <a:pt x="50646" y="3016987"/>
                    <a:pt x="22000" y="1857257"/>
                    <a:pt x="22000" y="796039"/>
                  </a:cubicBezTo>
                  <a:cubicBezTo>
                    <a:pt x="28598" y="553032"/>
                    <a:pt x="37128" y="230787"/>
                    <a:pt x="21356" y="0"/>
                  </a:cubicBezTo>
                  <a:cubicBezTo>
                    <a:pt x="141252" y="43462"/>
                    <a:pt x="202246" y="17511"/>
                    <a:pt x="333247" y="30108"/>
                  </a:cubicBezTo>
                  <a:cubicBezTo>
                    <a:pt x="372676" y="54170"/>
                    <a:pt x="429164" y="94482"/>
                    <a:pt x="531678" y="100025"/>
                  </a:cubicBezTo>
                  <a:cubicBezTo>
                    <a:pt x="508182" y="138951"/>
                    <a:pt x="792876" y="117283"/>
                    <a:pt x="1068073" y="139833"/>
                  </a:cubicBezTo>
                  <a:cubicBezTo>
                    <a:pt x="1082557" y="164398"/>
                    <a:pt x="1166564" y="103678"/>
                    <a:pt x="1388332" y="101032"/>
                  </a:cubicBezTo>
                  <a:cubicBezTo>
                    <a:pt x="1390746" y="117157"/>
                    <a:pt x="1692497" y="152178"/>
                    <a:pt x="1910241" y="100151"/>
                  </a:cubicBezTo>
                  <a:cubicBezTo>
                    <a:pt x="1989904" y="160241"/>
                    <a:pt x="2067152" y="123960"/>
                    <a:pt x="2170955" y="120433"/>
                  </a:cubicBezTo>
                  <a:cubicBezTo>
                    <a:pt x="2319820" y="143360"/>
                    <a:pt x="2525172" y="123204"/>
                    <a:pt x="2712982" y="170697"/>
                  </a:cubicBezTo>
                  <a:cubicBezTo>
                    <a:pt x="2829981" y="132148"/>
                    <a:pt x="3072831" y="197404"/>
                    <a:pt x="3194980" y="195136"/>
                  </a:cubicBezTo>
                  <a:cubicBezTo>
                    <a:pt x="3252273" y="135676"/>
                    <a:pt x="3459717" y="349330"/>
                    <a:pt x="3645113" y="301207"/>
                  </a:cubicBezTo>
                  <a:cubicBezTo>
                    <a:pt x="3735236" y="352731"/>
                    <a:pt x="3804759" y="371376"/>
                    <a:pt x="3877341" y="343031"/>
                  </a:cubicBezTo>
                  <a:cubicBezTo>
                    <a:pt x="4010595" y="367849"/>
                    <a:pt x="4155918" y="361676"/>
                    <a:pt x="4303978" y="341898"/>
                  </a:cubicBezTo>
                  <a:cubicBezTo>
                    <a:pt x="4362719" y="347063"/>
                    <a:pt x="4428219" y="379438"/>
                    <a:pt x="4522366" y="356763"/>
                  </a:cubicBezTo>
                  <a:cubicBezTo>
                    <a:pt x="4649182" y="389642"/>
                    <a:pt x="4842947" y="435623"/>
                    <a:pt x="5048781" y="435119"/>
                  </a:cubicBezTo>
                  <a:cubicBezTo>
                    <a:pt x="5082256" y="462834"/>
                    <a:pt x="5138100" y="455024"/>
                    <a:pt x="5198772" y="485384"/>
                  </a:cubicBezTo>
                  <a:cubicBezTo>
                    <a:pt x="5201830" y="464976"/>
                    <a:pt x="5265560" y="472786"/>
                    <a:pt x="5290022" y="477699"/>
                  </a:cubicBezTo>
                  <a:cubicBezTo>
                    <a:pt x="5295655" y="464976"/>
                    <a:pt x="5321565" y="448095"/>
                    <a:pt x="5338141" y="474550"/>
                  </a:cubicBezTo>
                  <a:cubicBezTo>
                    <a:pt x="5385456" y="434616"/>
                    <a:pt x="5636835" y="526578"/>
                    <a:pt x="6002478" y="563363"/>
                  </a:cubicBezTo>
                  <a:cubicBezTo>
                    <a:pt x="6125753" y="575960"/>
                    <a:pt x="6218291" y="581125"/>
                    <a:pt x="6363131" y="588180"/>
                  </a:cubicBezTo>
                  <a:cubicBezTo>
                    <a:pt x="6452772" y="534640"/>
                    <a:pt x="6561242" y="602793"/>
                    <a:pt x="6655066" y="617532"/>
                  </a:cubicBezTo>
                  <a:cubicBezTo>
                    <a:pt x="6804091" y="557820"/>
                    <a:pt x="7000270" y="684803"/>
                    <a:pt x="7203691" y="626476"/>
                  </a:cubicBezTo>
                  <a:cubicBezTo>
                    <a:pt x="7406146" y="687952"/>
                    <a:pt x="7532641" y="646380"/>
                    <a:pt x="7817977" y="658474"/>
                  </a:cubicBezTo>
                  <a:cubicBezTo>
                    <a:pt x="8150927" y="725997"/>
                    <a:pt x="7984383" y="214662"/>
                    <a:pt x="8055677" y="3224217"/>
                  </a:cubicBezTo>
                  <a:cubicBezTo>
                    <a:pt x="8019467" y="3235051"/>
                    <a:pt x="8057836" y="3905367"/>
                    <a:pt x="8034595" y="4723074"/>
                  </a:cubicBezTo>
                  <a:cubicBezTo>
                    <a:pt x="8059868" y="4744615"/>
                    <a:pt x="8029123" y="4809871"/>
                    <a:pt x="7946725" y="4784675"/>
                  </a:cubicBezTo>
                  <a:cubicBezTo>
                    <a:pt x="7917435" y="4812768"/>
                    <a:pt x="7886696" y="4821587"/>
                    <a:pt x="7805263" y="4835821"/>
                  </a:cubicBezTo>
                  <a:cubicBezTo>
                    <a:pt x="7753443" y="4866182"/>
                    <a:pt x="7608119" y="4793998"/>
                    <a:pt x="7492729" y="4850561"/>
                  </a:cubicBezTo>
                  <a:cubicBezTo>
                    <a:pt x="7454910" y="4821334"/>
                    <a:pt x="7437529" y="4871095"/>
                    <a:pt x="7399065" y="4853962"/>
                  </a:cubicBezTo>
                  <a:cubicBezTo>
                    <a:pt x="7389248" y="4855222"/>
                    <a:pt x="7328898" y="4801934"/>
                    <a:pt x="7313770" y="4843758"/>
                  </a:cubicBezTo>
                  <a:cubicBezTo>
                    <a:pt x="7216083" y="4914681"/>
                    <a:pt x="7035515" y="4863788"/>
                    <a:pt x="6916906" y="4844640"/>
                  </a:cubicBezTo>
                  <a:cubicBezTo>
                    <a:pt x="6799103" y="4873236"/>
                    <a:pt x="6732798" y="4909347"/>
                    <a:pt x="6444725" y="4856986"/>
                  </a:cubicBezTo>
                  <a:cubicBezTo>
                    <a:pt x="6278480" y="4911125"/>
                    <a:pt x="6171942" y="4831664"/>
                    <a:pt x="6023399" y="4779511"/>
                  </a:cubicBezTo>
                  <a:cubicBezTo>
                    <a:pt x="5912194" y="4841365"/>
                    <a:pt x="5759306" y="4808737"/>
                    <a:pt x="5486845" y="4823476"/>
                  </a:cubicBezTo>
                  <a:cubicBezTo>
                    <a:pt x="5405090" y="4825617"/>
                    <a:pt x="5314323" y="4922555"/>
                    <a:pt x="5212291" y="4830909"/>
                  </a:cubicBezTo>
                  <a:cubicBezTo>
                    <a:pt x="5148722" y="4880795"/>
                    <a:pt x="4990684" y="4813776"/>
                    <a:pt x="4764411" y="4845018"/>
                  </a:cubicBezTo>
                  <a:cubicBezTo>
                    <a:pt x="4621662" y="4748521"/>
                    <a:pt x="4467970" y="4846656"/>
                    <a:pt x="4290298" y="4769810"/>
                  </a:cubicBezTo>
                  <a:cubicBezTo>
                    <a:pt x="4213211" y="4778629"/>
                    <a:pt x="4143848" y="4690068"/>
                    <a:pt x="4040690" y="4699768"/>
                  </a:cubicBezTo>
                  <a:cubicBezTo>
                    <a:pt x="3906310" y="4689690"/>
                    <a:pt x="3758894" y="4644591"/>
                    <a:pt x="3581866" y="4669030"/>
                  </a:cubicBezTo>
                  <a:cubicBezTo>
                    <a:pt x="3440244" y="4638040"/>
                    <a:pt x="3216706" y="4606546"/>
                    <a:pt x="3022297" y="4677723"/>
                  </a:cubicBezTo>
                  <a:cubicBezTo>
                    <a:pt x="3028413" y="4639426"/>
                    <a:pt x="2808255" y="4651394"/>
                    <a:pt x="2652631" y="4625443"/>
                  </a:cubicBezTo>
                  <a:cubicBezTo>
                    <a:pt x="2665024" y="4594327"/>
                    <a:pt x="2558968" y="4634261"/>
                    <a:pt x="2515354" y="4607680"/>
                  </a:cubicBezTo>
                  <a:cubicBezTo>
                    <a:pt x="2479305" y="4570643"/>
                    <a:pt x="2428128" y="4591555"/>
                    <a:pt x="2377112" y="4579713"/>
                  </a:cubicBezTo>
                  <a:cubicBezTo>
                    <a:pt x="2377595" y="4550487"/>
                    <a:pt x="2352650" y="4598610"/>
                    <a:pt x="2299220" y="4567116"/>
                  </a:cubicBezTo>
                  <a:cubicBezTo>
                    <a:pt x="2302278" y="4572533"/>
                    <a:pt x="2243858" y="4513072"/>
                    <a:pt x="2214568" y="4532724"/>
                  </a:cubicBezTo>
                  <a:cubicBezTo>
                    <a:pt x="2097408" y="4554770"/>
                    <a:pt x="2002940" y="4552629"/>
                    <a:pt x="1843293" y="4501105"/>
                  </a:cubicBezTo>
                  <a:cubicBezTo>
                    <a:pt x="1727259" y="4556534"/>
                    <a:pt x="1527380" y="4488633"/>
                    <a:pt x="1407644" y="4467091"/>
                  </a:cubicBezTo>
                  <a:cubicBezTo>
                    <a:pt x="1402172" y="4412922"/>
                    <a:pt x="978432" y="4426276"/>
                    <a:pt x="645459" y="4513954"/>
                  </a:cubicBezTo>
                  <a:cubicBezTo>
                    <a:pt x="524276" y="4521639"/>
                    <a:pt x="452338" y="4481705"/>
                    <a:pt x="331316" y="4519245"/>
                  </a:cubicBezTo>
                  <a:cubicBezTo>
                    <a:pt x="266460" y="4482461"/>
                    <a:pt x="172957" y="4492413"/>
                    <a:pt x="52095" y="4487499"/>
                  </a:cubicBezTo>
                  <a:cubicBezTo>
                    <a:pt x="46302" y="4489389"/>
                    <a:pt x="41634" y="4489389"/>
                    <a:pt x="37611" y="4487625"/>
                  </a:cubicBezTo>
                  <a:cubicBezTo>
                    <a:pt x="38255" y="4487247"/>
                    <a:pt x="38738" y="4486995"/>
                    <a:pt x="39381" y="4486492"/>
                  </a:cubicBezTo>
                  <a:cubicBezTo>
                    <a:pt x="38255" y="4486995"/>
                    <a:pt x="38094" y="4486995"/>
                    <a:pt x="37450" y="4487499"/>
                  </a:cubicBezTo>
                  <a:cubicBezTo>
                    <a:pt x="0" y="4468855"/>
                    <a:pt x="43887" y="4265782"/>
                    <a:pt x="12827" y="4119903"/>
                  </a:cubicBezTo>
                  <a:close/>
                </a:path>
              </a:pathLst>
            </a:custGeom>
            <a:blipFill rotWithShape="0">
              <a:blip r:embed="rId3"/>
              <a:stretch>
                <a:fillRect l="-331716" t="0" r="0" b="-639726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8" name="CustomShape 5"/>
          <p:cNvSpPr/>
          <p:nvPr/>
        </p:nvSpPr>
        <p:spPr>
          <a:xfrm>
            <a:off x="12904560" y="5430960"/>
            <a:ext cx="4009680" cy="3331800"/>
          </a:xfrm>
          <a:custGeom>
            <a:avLst/>
            <a:gdLst/>
            <a:ahLst/>
            <a:rect l="l" t="t" r="r" b="b"/>
            <a:pathLst>
              <a:path w="4010051" h="3331988">
                <a:moveTo>
                  <a:pt x="0" y="0"/>
                </a:moveTo>
                <a:lnTo>
                  <a:pt x="4010051" y="0"/>
                </a:lnTo>
                <a:lnTo>
                  <a:pt x="4010051" y="3331988"/>
                </a:lnTo>
                <a:lnTo>
                  <a:pt x="0" y="33319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29" name="Group 6"/>
          <p:cNvGrpSpPr/>
          <p:nvPr/>
        </p:nvGrpSpPr>
        <p:grpSpPr>
          <a:xfrm>
            <a:off x="13142880" y="5865480"/>
            <a:ext cx="3493800" cy="2109960"/>
            <a:chOff x="13142880" y="5865480"/>
            <a:chExt cx="3493800" cy="2109960"/>
          </a:xfrm>
        </p:grpSpPr>
        <p:sp>
          <p:nvSpPr>
            <p:cNvPr id="130" name="CustomShape 7"/>
            <p:cNvSpPr/>
            <p:nvPr/>
          </p:nvSpPr>
          <p:spPr>
            <a:xfrm>
              <a:off x="13142880" y="5865480"/>
              <a:ext cx="3493800" cy="2109960"/>
            </a:xfrm>
            <a:custGeom>
              <a:avLst/>
              <a:gdLst/>
              <a:ahLst/>
              <a:rect l="l" t="t" r="r" b="b"/>
              <a:pathLst>
                <a:path w="8150927" h="4922555">
                  <a:moveTo>
                    <a:pt x="8113478" y="4487625"/>
                  </a:moveTo>
                  <a:cubicBezTo>
                    <a:pt x="8113478" y="4487625"/>
                    <a:pt x="8113639" y="4487625"/>
                    <a:pt x="8113639" y="4487499"/>
                  </a:cubicBezTo>
                  <a:cubicBezTo>
                    <a:pt x="8114604" y="4488130"/>
                    <a:pt x="8116536" y="4489515"/>
                    <a:pt x="8123134" y="4493673"/>
                  </a:cubicBezTo>
                  <a:cubicBezTo>
                    <a:pt x="8123133" y="4493672"/>
                    <a:pt x="8122972" y="4493546"/>
                    <a:pt x="8113478" y="4487625"/>
                  </a:cubicBezTo>
                  <a:close/>
                  <a:moveTo>
                    <a:pt x="8138100" y="4119903"/>
                  </a:moveTo>
                  <a:cubicBezTo>
                    <a:pt x="8100281" y="3016987"/>
                    <a:pt x="8128927" y="1857257"/>
                    <a:pt x="8128927" y="796039"/>
                  </a:cubicBezTo>
                  <a:cubicBezTo>
                    <a:pt x="8122329" y="553032"/>
                    <a:pt x="8113799" y="230787"/>
                    <a:pt x="8129571" y="0"/>
                  </a:cubicBezTo>
                  <a:cubicBezTo>
                    <a:pt x="8009675" y="43462"/>
                    <a:pt x="7948681" y="17511"/>
                    <a:pt x="7817680" y="30108"/>
                  </a:cubicBezTo>
                  <a:cubicBezTo>
                    <a:pt x="7778252" y="54170"/>
                    <a:pt x="7721764" y="94482"/>
                    <a:pt x="7619249" y="100025"/>
                  </a:cubicBezTo>
                  <a:cubicBezTo>
                    <a:pt x="7642745" y="138951"/>
                    <a:pt x="7358052" y="117283"/>
                    <a:pt x="7082854" y="139833"/>
                  </a:cubicBezTo>
                  <a:cubicBezTo>
                    <a:pt x="7068370" y="164398"/>
                    <a:pt x="6984363" y="103678"/>
                    <a:pt x="6762595" y="101032"/>
                  </a:cubicBezTo>
                  <a:cubicBezTo>
                    <a:pt x="6760181" y="117157"/>
                    <a:pt x="6458430" y="152178"/>
                    <a:pt x="6240686" y="100151"/>
                  </a:cubicBezTo>
                  <a:cubicBezTo>
                    <a:pt x="6161023" y="160241"/>
                    <a:pt x="6083775" y="123960"/>
                    <a:pt x="5979972" y="120433"/>
                  </a:cubicBezTo>
                  <a:cubicBezTo>
                    <a:pt x="5831108" y="143360"/>
                    <a:pt x="5625755" y="123204"/>
                    <a:pt x="5437946" y="170697"/>
                  </a:cubicBezTo>
                  <a:cubicBezTo>
                    <a:pt x="5320947" y="132148"/>
                    <a:pt x="5078096" y="197404"/>
                    <a:pt x="4955947" y="195136"/>
                  </a:cubicBezTo>
                  <a:cubicBezTo>
                    <a:pt x="4898654" y="135676"/>
                    <a:pt x="4691211" y="349330"/>
                    <a:pt x="4505814" y="301207"/>
                  </a:cubicBezTo>
                  <a:cubicBezTo>
                    <a:pt x="4415691" y="352731"/>
                    <a:pt x="4346168" y="371376"/>
                    <a:pt x="4273586" y="343031"/>
                  </a:cubicBezTo>
                  <a:cubicBezTo>
                    <a:pt x="4140333" y="367849"/>
                    <a:pt x="3995009" y="361676"/>
                    <a:pt x="3846949" y="341898"/>
                  </a:cubicBezTo>
                  <a:cubicBezTo>
                    <a:pt x="3788208" y="347063"/>
                    <a:pt x="3722708" y="379438"/>
                    <a:pt x="3628561" y="356763"/>
                  </a:cubicBezTo>
                  <a:cubicBezTo>
                    <a:pt x="3501746" y="389642"/>
                    <a:pt x="3307981" y="435623"/>
                    <a:pt x="3102146" y="435119"/>
                  </a:cubicBezTo>
                  <a:cubicBezTo>
                    <a:pt x="3068671" y="462834"/>
                    <a:pt x="3012827" y="455024"/>
                    <a:pt x="2952155" y="485384"/>
                  </a:cubicBezTo>
                  <a:cubicBezTo>
                    <a:pt x="2949097" y="464976"/>
                    <a:pt x="2885367" y="472786"/>
                    <a:pt x="2860905" y="477699"/>
                  </a:cubicBezTo>
                  <a:cubicBezTo>
                    <a:pt x="2855273" y="464976"/>
                    <a:pt x="2829362" y="448095"/>
                    <a:pt x="2812786" y="474550"/>
                  </a:cubicBezTo>
                  <a:cubicBezTo>
                    <a:pt x="2765471" y="434616"/>
                    <a:pt x="2514092" y="526578"/>
                    <a:pt x="2148449" y="563363"/>
                  </a:cubicBezTo>
                  <a:cubicBezTo>
                    <a:pt x="2025174" y="575960"/>
                    <a:pt x="1932636" y="581125"/>
                    <a:pt x="1787796" y="588180"/>
                  </a:cubicBezTo>
                  <a:cubicBezTo>
                    <a:pt x="1698155" y="534640"/>
                    <a:pt x="1589686" y="602793"/>
                    <a:pt x="1495861" y="617532"/>
                  </a:cubicBezTo>
                  <a:cubicBezTo>
                    <a:pt x="1346836" y="557820"/>
                    <a:pt x="1150657" y="684803"/>
                    <a:pt x="947236" y="626476"/>
                  </a:cubicBezTo>
                  <a:cubicBezTo>
                    <a:pt x="744781" y="687952"/>
                    <a:pt x="618286" y="646380"/>
                    <a:pt x="332950" y="658474"/>
                  </a:cubicBezTo>
                  <a:cubicBezTo>
                    <a:pt x="0" y="725997"/>
                    <a:pt x="166544" y="214662"/>
                    <a:pt x="95250" y="3224217"/>
                  </a:cubicBezTo>
                  <a:cubicBezTo>
                    <a:pt x="131460" y="3235051"/>
                    <a:pt x="93091" y="3905367"/>
                    <a:pt x="116332" y="4723074"/>
                  </a:cubicBezTo>
                  <a:cubicBezTo>
                    <a:pt x="91059" y="4744615"/>
                    <a:pt x="121804" y="4809871"/>
                    <a:pt x="204202" y="4784675"/>
                  </a:cubicBezTo>
                  <a:cubicBezTo>
                    <a:pt x="233493" y="4812768"/>
                    <a:pt x="264231" y="4821587"/>
                    <a:pt x="345664" y="4835821"/>
                  </a:cubicBezTo>
                  <a:cubicBezTo>
                    <a:pt x="397485" y="4866182"/>
                    <a:pt x="542808" y="4793998"/>
                    <a:pt x="658198" y="4850561"/>
                  </a:cubicBezTo>
                  <a:cubicBezTo>
                    <a:pt x="696018" y="4821334"/>
                    <a:pt x="713398" y="4871095"/>
                    <a:pt x="751862" y="4853962"/>
                  </a:cubicBezTo>
                  <a:cubicBezTo>
                    <a:pt x="761679" y="4855222"/>
                    <a:pt x="822029" y="4801934"/>
                    <a:pt x="837157" y="4843758"/>
                  </a:cubicBezTo>
                  <a:cubicBezTo>
                    <a:pt x="934844" y="4914681"/>
                    <a:pt x="1115412" y="4863788"/>
                    <a:pt x="1234021" y="4844640"/>
                  </a:cubicBezTo>
                  <a:cubicBezTo>
                    <a:pt x="1351825" y="4873236"/>
                    <a:pt x="1418130" y="4909347"/>
                    <a:pt x="1706202" y="4856986"/>
                  </a:cubicBezTo>
                  <a:cubicBezTo>
                    <a:pt x="1872447" y="4911125"/>
                    <a:pt x="1978985" y="4831664"/>
                    <a:pt x="2127528" y="4779511"/>
                  </a:cubicBezTo>
                  <a:cubicBezTo>
                    <a:pt x="2238733" y="4841365"/>
                    <a:pt x="2391621" y="4808737"/>
                    <a:pt x="2664083" y="4823476"/>
                  </a:cubicBezTo>
                  <a:cubicBezTo>
                    <a:pt x="2745837" y="4825617"/>
                    <a:pt x="2836604" y="4922555"/>
                    <a:pt x="2938637" y="4830909"/>
                  </a:cubicBezTo>
                  <a:cubicBezTo>
                    <a:pt x="3002206" y="4880795"/>
                    <a:pt x="3160243" y="4813776"/>
                    <a:pt x="3386516" y="4845018"/>
                  </a:cubicBezTo>
                  <a:cubicBezTo>
                    <a:pt x="3529265" y="4748521"/>
                    <a:pt x="3682957" y="4846656"/>
                    <a:pt x="3860629" y="4769810"/>
                  </a:cubicBezTo>
                  <a:cubicBezTo>
                    <a:pt x="3937716" y="4778629"/>
                    <a:pt x="4007079" y="4690068"/>
                    <a:pt x="4110237" y="4699768"/>
                  </a:cubicBezTo>
                  <a:cubicBezTo>
                    <a:pt x="4244618" y="4689690"/>
                    <a:pt x="4392033" y="4644591"/>
                    <a:pt x="4569061" y="4669030"/>
                  </a:cubicBezTo>
                  <a:cubicBezTo>
                    <a:pt x="4710683" y="4638040"/>
                    <a:pt x="4934221" y="4606546"/>
                    <a:pt x="5128630" y="4677723"/>
                  </a:cubicBezTo>
                  <a:cubicBezTo>
                    <a:pt x="5122514" y="4639426"/>
                    <a:pt x="5342672" y="4651394"/>
                    <a:pt x="5498296" y="4625443"/>
                  </a:cubicBezTo>
                  <a:cubicBezTo>
                    <a:pt x="5485904" y="4594327"/>
                    <a:pt x="5591959" y="4634261"/>
                    <a:pt x="5635573" y="4607680"/>
                  </a:cubicBezTo>
                  <a:cubicBezTo>
                    <a:pt x="5671622" y="4570643"/>
                    <a:pt x="5722799" y="4591555"/>
                    <a:pt x="5773815" y="4579713"/>
                  </a:cubicBezTo>
                  <a:cubicBezTo>
                    <a:pt x="5773332" y="4550487"/>
                    <a:pt x="5798277" y="4598610"/>
                    <a:pt x="5851707" y="4567116"/>
                  </a:cubicBezTo>
                  <a:cubicBezTo>
                    <a:pt x="5848650" y="4572533"/>
                    <a:pt x="5907069" y="4513072"/>
                    <a:pt x="5936359" y="4532724"/>
                  </a:cubicBezTo>
                  <a:cubicBezTo>
                    <a:pt x="6053519" y="4554770"/>
                    <a:pt x="6147988" y="4552629"/>
                    <a:pt x="6307634" y="4501105"/>
                  </a:cubicBezTo>
                  <a:cubicBezTo>
                    <a:pt x="6423668" y="4556534"/>
                    <a:pt x="6623548" y="4488633"/>
                    <a:pt x="6743283" y="4467091"/>
                  </a:cubicBezTo>
                  <a:cubicBezTo>
                    <a:pt x="6748755" y="4412922"/>
                    <a:pt x="7172495" y="4426276"/>
                    <a:pt x="7505468" y="4513954"/>
                  </a:cubicBezTo>
                  <a:cubicBezTo>
                    <a:pt x="7626652" y="4521639"/>
                    <a:pt x="7698589" y="4481705"/>
                    <a:pt x="7819611" y="4519245"/>
                  </a:cubicBezTo>
                  <a:cubicBezTo>
                    <a:pt x="7884468" y="4482461"/>
                    <a:pt x="7977970" y="4492413"/>
                    <a:pt x="8098832" y="4487499"/>
                  </a:cubicBezTo>
                  <a:cubicBezTo>
                    <a:pt x="8104625" y="4489389"/>
                    <a:pt x="8109293" y="4489389"/>
                    <a:pt x="8113316" y="4487625"/>
                  </a:cubicBezTo>
                  <a:cubicBezTo>
                    <a:pt x="8112672" y="4487247"/>
                    <a:pt x="8112189" y="4486995"/>
                    <a:pt x="8111546" y="4486492"/>
                  </a:cubicBezTo>
                  <a:cubicBezTo>
                    <a:pt x="8112672" y="4486995"/>
                    <a:pt x="8112833" y="4486995"/>
                    <a:pt x="8113478" y="4487499"/>
                  </a:cubicBezTo>
                  <a:cubicBezTo>
                    <a:pt x="8150927" y="4468855"/>
                    <a:pt x="8107040" y="4265782"/>
                    <a:pt x="8138100" y="4119903"/>
                  </a:cubicBezTo>
                  <a:close/>
                </a:path>
              </a:pathLst>
            </a:custGeom>
            <a:blipFill rotWithShape="0">
              <a:blip r:embed="rId5"/>
              <a:stretch>
                <a:fillRect l="0" t="-310982" r="0" b="-310982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1" name="CustomShape 8"/>
          <p:cNvSpPr/>
          <p:nvPr/>
        </p:nvSpPr>
        <p:spPr>
          <a:xfrm>
            <a:off x="4451040" y="2865240"/>
            <a:ext cx="9385200" cy="4555800"/>
          </a:xfrm>
          <a:custGeom>
            <a:avLst/>
            <a:gdLst/>
            <a:ahLst/>
            <a:rect l="l" t="t" r="r" b="b"/>
            <a:pathLst>
              <a:path w="9385681" h="4556321">
                <a:moveTo>
                  <a:pt x="0" y="0"/>
                </a:moveTo>
                <a:lnTo>
                  <a:pt x="9385680" y="0"/>
                </a:lnTo>
                <a:lnTo>
                  <a:pt x="9385680" y="4556322"/>
                </a:lnTo>
                <a:lnTo>
                  <a:pt x="0" y="45563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CustomShape 9"/>
          <p:cNvSpPr/>
          <p:nvPr/>
        </p:nvSpPr>
        <p:spPr>
          <a:xfrm>
            <a:off x="1028880" y="5143680"/>
            <a:ext cx="4356000" cy="3619440"/>
          </a:xfrm>
          <a:custGeom>
            <a:avLst/>
            <a:gdLst/>
            <a:ahLst/>
            <a:rect l="l" t="t" r="r" b="b"/>
            <a:pathLst>
              <a:path w="4356217" h="3619620">
                <a:moveTo>
                  <a:pt x="0" y="0"/>
                </a:moveTo>
                <a:lnTo>
                  <a:pt x="4356217" y="0"/>
                </a:lnTo>
                <a:lnTo>
                  <a:pt x="4356217" y="3619620"/>
                </a:lnTo>
                <a:lnTo>
                  <a:pt x="0" y="36196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33" name="Group 10"/>
          <p:cNvGrpSpPr/>
          <p:nvPr/>
        </p:nvGrpSpPr>
        <p:grpSpPr>
          <a:xfrm>
            <a:off x="1287360" y="5615280"/>
            <a:ext cx="3795480" cy="2292120"/>
            <a:chOff x="1287360" y="5615280"/>
            <a:chExt cx="3795480" cy="2292120"/>
          </a:xfrm>
        </p:grpSpPr>
        <p:sp>
          <p:nvSpPr>
            <p:cNvPr id="134" name="CustomShape 11"/>
            <p:cNvSpPr/>
            <p:nvPr/>
          </p:nvSpPr>
          <p:spPr>
            <a:xfrm>
              <a:off x="1287360" y="5615280"/>
              <a:ext cx="3795480" cy="2292120"/>
            </a:xfrm>
            <a:custGeom>
              <a:avLst/>
              <a:gdLst/>
              <a:ahLst/>
              <a:rect l="l" t="t" r="r" b="b"/>
              <a:pathLst>
                <a:path w="8150927" h="4922555">
                  <a:moveTo>
                    <a:pt x="8113478" y="4487625"/>
                  </a:moveTo>
                  <a:cubicBezTo>
                    <a:pt x="8113478" y="4487625"/>
                    <a:pt x="8113639" y="4487625"/>
                    <a:pt x="8113639" y="4487499"/>
                  </a:cubicBezTo>
                  <a:cubicBezTo>
                    <a:pt x="8114604" y="4488130"/>
                    <a:pt x="8116536" y="4489515"/>
                    <a:pt x="8123134" y="4493673"/>
                  </a:cubicBezTo>
                  <a:cubicBezTo>
                    <a:pt x="8123133" y="4493672"/>
                    <a:pt x="8122972" y="4493546"/>
                    <a:pt x="8113478" y="4487625"/>
                  </a:cubicBezTo>
                  <a:close/>
                  <a:moveTo>
                    <a:pt x="8138100" y="4119903"/>
                  </a:moveTo>
                  <a:cubicBezTo>
                    <a:pt x="8100281" y="3016987"/>
                    <a:pt x="8128927" y="1857257"/>
                    <a:pt x="8128927" y="796039"/>
                  </a:cubicBezTo>
                  <a:cubicBezTo>
                    <a:pt x="8122329" y="553032"/>
                    <a:pt x="8113799" y="230787"/>
                    <a:pt x="8129571" y="0"/>
                  </a:cubicBezTo>
                  <a:cubicBezTo>
                    <a:pt x="8009675" y="43462"/>
                    <a:pt x="7948681" y="17511"/>
                    <a:pt x="7817680" y="30108"/>
                  </a:cubicBezTo>
                  <a:cubicBezTo>
                    <a:pt x="7778252" y="54170"/>
                    <a:pt x="7721764" y="94482"/>
                    <a:pt x="7619249" y="100025"/>
                  </a:cubicBezTo>
                  <a:cubicBezTo>
                    <a:pt x="7642745" y="138951"/>
                    <a:pt x="7358052" y="117283"/>
                    <a:pt x="7082854" y="139833"/>
                  </a:cubicBezTo>
                  <a:cubicBezTo>
                    <a:pt x="7068370" y="164398"/>
                    <a:pt x="6984363" y="103678"/>
                    <a:pt x="6762595" y="101032"/>
                  </a:cubicBezTo>
                  <a:cubicBezTo>
                    <a:pt x="6760181" y="117157"/>
                    <a:pt x="6458430" y="152178"/>
                    <a:pt x="6240686" y="100151"/>
                  </a:cubicBezTo>
                  <a:cubicBezTo>
                    <a:pt x="6161023" y="160241"/>
                    <a:pt x="6083775" y="123960"/>
                    <a:pt x="5979972" y="120433"/>
                  </a:cubicBezTo>
                  <a:cubicBezTo>
                    <a:pt x="5831108" y="143360"/>
                    <a:pt x="5625755" y="123204"/>
                    <a:pt x="5437946" y="170697"/>
                  </a:cubicBezTo>
                  <a:cubicBezTo>
                    <a:pt x="5320947" y="132148"/>
                    <a:pt x="5078096" y="197404"/>
                    <a:pt x="4955947" y="195136"/>
                  </a:cubicBezTo>
                  <a:cubicBezTo>
                    <a:pt x="4898654" y="135676"/>
                    <a:pt x="4691211" y="349330"/>
                    <a:pt x="4505814" y="301207"/>
                  </a:cubicBezTo>
                  <a:cubicBezTo>
                    <a:pt x="4415691" y="352731"/>
                    <a:pt x="4346168" y="371376"/>
                    <a:pt x="4273586" y="343031"/>
                  </a:cubicBezTo>
                  <a:cubicBezTo>
                    <a:pt x="4140333" y="367849"/>
                    <a:pt x="3995009" y="361676"/>
                    <a:pt x="3846949" y="341898"/>
                  </a:cubicBezTo>
                  <a:cubicBezTo>
                    <a:pt x="3788208" y="347063"/>
                    <a:pt x="3722708" y="379438"/>
                    <a:pt x="3628561" y="356763"/>
                  </a:cubicBezTo>
                  <a:cubicBezTo>
                    <a:pt x="3501746" y="389642"/>
                    <a:pt x="3307981" y="435623"/>
                    <a:pt x="3102146" y="435119"/>
                  </a:cubicBezTo>
                  <a:cubicBezTo>
                    <a:pt x="3068671" y="462834"/>
                    <a:pt x="3012827" y="455024"/>
                    <a:pt x="2952155" y="485384"/>
                  </a:cubicBezTo>
                  <a:cubicBezTo>
                    <a:pt x="2949097" y="464976"/>
                    <a:pt x="2885367" y="472786"/>
                    <a:pt x="2860905" y="477699"/>
                  </a:cubicBezTo>
                  <a:cubicBezTo>
                    <a:pt x="2855273" y="464976"/>
                    <a:pt x="2829362" y="448095"/>
                    <a:pt x="2812786" y="474550"/>
                  </a:cubicBezTo>
                  <a:cubicBezTo>
                    <a:pt x="2765471" y="434616"/>
                    <a:pt x="2514092" y="526578"/>
                    <a:pt x="2148449" y="563363"/>
                  </a:cubicBezTo>
                  <a:cubicBezTo>
                    <a:pt x="2025174" y="575960"/>
                    <a:pt x="1932636" y="581125"/>
                    <a:pt x="1787796" y="588180"/>
                  </a:cubicBezTo>
                  <a:cubicBezTo>
                    <a:pt x="1698155" y="534640"/>
                    <a:pt x="1589686" y="602793"/>
                    <a:pt x="1495861" y="617532"/>
                  </a:cubicBezTo>
                  <a:cubicBezTo>
                    <a:pt x="1346836" y="557820"/>
                    <a:pt x="1150657" y="684803"/>
                    <a:pt x="947236" y="626476"/>
                  </a:cubicBezTo>
                  <a:cubicBezTo>
                    <a:pt x="744781" y="687952"/>
                    <a:pt x="618286" y="646380"/>
                    <a:pt x="332950" y="658474"/>
                  </a:cubicBezTo>
                  <a:cubicBezTo>
                    <a:pt x="0" y="725997"/>
                    <a:pt x="166544" y="214662"/>
                    <a:pt x="95250" y="3224217"/>
                  </a:cubicBezTo>
                  <a:cubicBezTo>
                    <a:pt x="131460" y="3235051"/>
                    <a:pt x="93091" y="3905367"/>
                    <a:pt x="116332" y="4723074"/>
                  </a:cubicBezTo>
                  <a:cubicBezTo>
                    <a:pt x="91059" y="4744615"/>
                    <a:pt x="121804" y="4809871"/>
                    <a:pt x="204202" y="4784675"/>
                  </a:cubicBezTo>
                  <a:cubicBezTo>
                    <a:pt x="233493" y="4812768"/>
                    <a:pt x="264231" y="4821587"/>
                    <a:pt x="345664" y="4835821"/>
                  </a:cubicBezTo>
                  <a:cubicBezTo>
                    <a:pt x="397485" y="4866182"/>
                    <a:pt x="542808" y="4793998"/>
                    <a:pt x="658198" y="4850561"/>
                  </a:cubicBezTo>
                  <a:cubicBezTo>
                    <a:pt x="696018" y="4821334"/>
                    <a:pt x="713398" y="4871095"/>
                    <a:pt x="751862" y="4853962"/>
                  </a:cubicBezTo>
                  <a:cubicBezTo>
                    <a:pt x="761679" y="4855222"/>
                    <a:pt x="822029" y="4801934"/>
                    <a:pt x="837157" y="4843758"/>
                  </a:cubicBezTo>
                  <a:cubicBezTo>
                    <a:pt x="934844" y="4914681"/>
                    <a:pt x="1115412" y="4863788"/>
                    <a:pt x="1234021" y="4844640"/>
                  </a:cubicBezTo>
                  <a:cubicBezTo>
                    <a:pt x="1351825" y="4873236"/>
                    <a:pt x="1418130" y="4909347"/>
                    <a:pt x="1706202" y="4856986"/>
                  </a:cubicBezTo>
                  <a:cubicBezTo>
                    <a:pt x="1872447" y="4911125"/>
                    <a:pt x="1978985" y="4831664"/>
                    <a:pt x="2127528" y="4779511"/>
                  </a:cubicBezTo>
                  <a:cubicBezTo>
                    <a:pt x="2238733" y="4841365"/>
                    <a:pt x="2391621" y="4808737"/>
                    <a:pt x="2664083" y="4823476"/>
                  </a:cubicBezTo>
                  <a:cubicBezTo>
                    <a:pt x="2745837" y="4825617"/>
                    <a:pt x="2836604" y="4922555"/>
                    <a:pt x="2938637" y="4830909"/>
                  </a:cubicBezTo>
                  <a:cubicBezTo>
                    <a:pt x="3002206" y="4880795"/>
                    <a:pt x="3160243" y="4813776"/>
                    <a:pt x="3386516" y="4845018"/>
                  </a:cubicBezTo>
                  <a:cubicBezTo>
                    <a:pt x="3529265" y="4748521"/>
                    <a:pt x="3682957" y="4846656"/>
                    <a:pt x="3860629" y="4769810"/>
                  </a:cubicBezTo>
                  <a:cubicBezTo>
                    <a:pt x="3937716" y="4778629"/>
                    <a:pt x="4007079" y="4690068"/>
                    <a:pt x="4110237" y="4699768"/>
                  </a:cubicBezTo>
                  <a:cubicBezTo>
                    <a:pt x="4244618" y="4689690"/>
                    <a:pt x="4392033" y="4644591"/>
                    <a:pt x="4569061" y="4669030"/>
                  </a:cubicBezTo>
                  <a:cubicBezTo>
                    <a:pt x="4710683" y="4638040"/>
                    <a:pt x="4934221" y="4606546"/>
                    <a:pt x="5128630" y="4677723"/>
                  </a:cubicBezTo>
                  <a:cubicBezTo>
                    <a:pt x="5122514" y="4639426"/>
                    <a:pt x="5342672" y="4651394"/>
                    <a:pt x="5498296" y="4625443"/>
                  </a:cubicBezTo>
                  <a:cubicBezTo>
                    <a:pt x="5485904" y="4594327"/>
                    <a:pt x="5591959" y="4634261"/>
                    <a:pt x="5635573" y="4607680"/>
                  </a:cubicBezTo>
                  <a:cubicBezTo>
                    <a:pt x="5671622" y="4570643"/>
                    <a:pt x="5722799" y="4591555"/>
                    <a:pt x="5773815" y="4579713"/>
                  </a:cubicBezTo>
                  <a:cubicBezTo>
                    <a:pt x="5773332" y="4550487"/>
                    <a:pt x="5798277" y="4598610"/>
                    <a:pt x="5851707" y="4567116"/>
                  </a:cubicBezTo>
                  <a:cubicBezTo>
                    <a:pt x="5848650" y="4572533"/>
                    <a:pt x="5907069" y="4513072"/>
                    <a:pt x="5936359" y="4532724"/>
                  </a:cubicBezTo>
                  <a:cubicBezTo>
                    <a:pt x="6053519" y="4554770"/>
                    <a:pt x="6147988" y="4552629"/>
                    <a:pt x="6307634" y="4501105"/>
                  </a:cubicBezTo>
                  <a:cubicBezTo>
                    <a:pt x="6423668" y="4556534"/>
                    <a:pt x="6623548" y="4488633"/>
                    <a:pt x="6743283" y="4467091"/>
                  </a:cubicBezTo>
                  <a:cubicBezTo>
                    <a:pt x="6748755" y="4412922"/>
                    <a:pt x="7172495" y="4426276"/>
                    <a:pt x="7505468" y="4513954"/>
                  </a:cubicBezTo>
                  <a:cubicBezTo>
                    <a:pt x="7626652" y="4521639"/>
                    <a:pt x="7698589" y="4481705"/>
                    <a:pt x="7819611" y="4519245"/>
                  </a:cubicBezTo>
                  <a:cubicBezTo>
                    <a:pt x="7884468" y="4482461"/>
                    <a:pt x="7977970" y="4492413"/>
                    <a:pt x="8098832" y="4487499"/>
                  </a:cubicBezTo>
                  <a:cubicBezTo>
                    <a:pt x="8104625" y="4489389"/>
                    <a:pt x="8109293" y="4489389"/>
                    <a:pt x="8113316" y="4487625"/>
                  </a:cubicBezTo>
                  <a:cubicBezTo>
                    <a:pt x="8112672" y="4487247"/>
                    <a:pt x="8112189" y="4486995"/>
                    <a:pt x="8111546" y="4486492"/>
                  </a:cubicBezTo>
                  <a:cubicBezTo>
                    <a:pt x="8112672" y="4486995"/>
                    <a:pt x="8112833" y="4486995"/>
                    <a:pt x="8113478" y="4487499"/>
                  </a:cubicBezTo>
                  <a:cubicBezTo>
                    <a:pt x="8150927" y="4468855"/>
                    <a:pt x="8107040" y="4265782"/>
                    <a:pt x="8138100" y="4119903"/>
                  </a:cubicBezTo>
                  <a:close/>
                </a:path>
              </a:pathLst>
            </a:custGeom>
            <a:blipFill rotWithShape="0">
              <a:blip r:embed="rId8"/>
              <a:stretch>
                <a:fillRect l="0" t="-830336" r="-522276" b="0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5" name="CustomShape 12"/>
          <p:cNvSpPr/>
          <p:nvPr/>
        </p:nvSpPr>
        <p:spPr>
          <a:xfrm>
            <a:off x="12234600" y="1055520"/>
            <a:ext cx="4663800" cy="3875040"/>
          </a:xfrm>
          <a:custGeom>
            <a:avLst/>
            <a:gdLst/>
            <a:ahLst/>
            <a:rect l="l" t="t" r="r" b="b"/>
            <a:pathLst>
              <a:path w="4663996" h="3875357">
                <a:moveTo>
                  <a:pt x="0" y="0"/>
                </a:moveTo>
                <a:lnTo>
                  <a:pt x="4663996" y="0"/>
                </a:lnTo>
                <a:lnTo>
                  <a:pt x="4663996" y="3875357"/>
                </a:lnTo>
                <a:lnTo>
                  <a:pt x="0" y="38753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36" name="Group 13"/>
          <p:cNvGrpSpPr/>
          <p:nvPr/>
        </p:nvGrpSpPr>
        <p:grpSpPr>
          <a:xfrm>
            <a:off x="12511440" y="1560600"/>
            <a:ext cx="4063680" cy="2454120"/>
            <a:chOff x="12511440" y="1560600"/>
            <a:chExt cx="4063680" cy="2454120"/>
          </a:xfrm>
        </p:grpSpPr>
        <p:sp>
          <p:nvSpPr>
            <p:cNvPr id="137" name="CustomShape 14"/>
            <p:cNvSpPr/>
            <p:nvPr/>
          </p:nvSpPr>
          <p:spPr>
            <a:xfrm>
              <a:off x="12511440" y="1560600"/>
              <a:ext cx="4063680" cy="2454120"/>
            </a:xfrm>
            <a:custGeom>
              <a:avLst/>
              <a:gdLst/>
              <a:ahLst/>
              <a:rect l="l" t="t" r="r" b="b"/>
              <a:pathLst>
                <a:path w="8150927" h="4922555">
                  <a:moveTo>
                    <a:pt x="8113478" y="4487625"/>
                  </a:moveTo>
                  <a:cubicBezTo>
                    <a:pt x="8113478" y="4487625"/>
                    <a:pt x="8113639" y="4487625"/>
                    <a:pt x="8113639" y="4487499"/>
                  </a:cubicBezTo>
                  <a:cubicBezTo>
                    <a:pt x="8114604" y="4488130"/>
                    <a:pt x="8116536" y="4489515"/>
                    <a:pt x="8123134" y="4493673"/>
                  </a:cubicBezTo>
                  <a:cubicBezTo>
                    <a:pt x="8123133" y="4493672"/>
                    <a:pt x="8122972" y="4493546"/>
                    <a:pt x="8113478" y="4487625"/>
                  </a:cubicBezTo>
                  <a:close/>
                  <a:moveTo>
                    <a:pt x="8138100" y="4119903"/>
                  </a:moveTo>
                  <a:cubicBezTo>
                    <a:pt x="8100281" y="3016987"/>
                    <a:pt x="8128927" y="1857257"/>
                    <a:pt x="8128927" y="796039"/>
                  </a:cubicBezTo>
                  <a:cubicBezTo>
                    <a:pt x="8122329" y="553032"/>
                    <a:pt x="8113799" y="230787"/>
                    <a:pt x="8129571" y="0"/>
                  </a:cubicBezTo>
                  <a:cubicBezTo>
                    <a:pt x="8009675" y="43462"/>
                    <a:pt x="7948681" y="17511"/>
                    <a:pt x="7817680" y="30108"/>
                  </a:cubicBezTo>
                  <a:cubicBezTo>
                    <a:pt x="7778252" y="54170"/>
                    <a:pt x="7721764" y="94482"/>
                    <a:pt x="7619249" y="100025"/>
                  </a:cubicBezTo>
                  <a:cubicBezTo>
                    <a:pt x="7642745" y="138951"/>
                    <a:pt x="7358052" y="117283"/>
                    <a:pt x="7082854" y="139833"/>
                  </a:cubicBezTo>
                  <a:cubicBezTo>
                    <a:pt x="7068370" y="164398"/>
                    <a:pt x="6984363" y="103678"/>
                    <a:pt x="6762595" y="101032"/>
                  </a:cubicBezTo>
                  <a:cubicBezTo>
                    <a:pt x="6760181" y="117157"/>
                    <a:pt x="6458430" y="152178"/>
                    <a:pt x="6240686" y="100151"/>
                  </a:cubicBezTo>
                  <a:cubicBezTo>
                    <a:pt x="6161023" y="160241"/>
                    <a:pt x="6083775" y="123960"/>
                    <a:pt x="5979972" y="120433"/>
                  </a:cubicBezTo>
                  <a:cubicBezTo>
                    <a:pt x="5831108" y="143360"/>
                    <a:pt x="5625755" y="123204"/>
                    <a:pt x="5437946" y="170697"/>
                  </a:cubicBezTo>
                  <a:cubicBezTo>
                    <a:pt x="5320947" y="132148"/>
                    <a:pt x="5078096" y="197404"/>
                    <a:pt x="4955947" y="195136"/>
                  </a:cubicBezTo>
                  <a:cubicBezTo>
                    <a:pt x="4898654" y="135676"/>
                    <a:pt x="4691211" y="349330"/>
                    <a:pt x="4505814" y="301207"/>
                  </a:cubicBezTo>
                  <a:cubicBezTo>
                    <a:pt x="4415691" y="352731"/>
                    <a:pt x="4346168" y="371376"/>
                    <a:pt x="4273586" y="343031"/>
                  </a:cubicBezTo>
                  <a:cubicBezTo>
                    <a:pt x="4140333" y="367849"/>
                    <a:pt x="3995009" y="361676"/>
                    <a:pt x="3846949" y="341898"/>
                  </a:cubicBezTo>
                  <a:cubicBezTo>
                    <a:pt x="3788208" y="347063"/>
                    <a:pt x="3722708" y="379438"/>
                    <a:pt x="3628561" y="356763"/>
                  </a:cubicBezTo>
                  <a:cubicBezTo>
                    <a:pt x="3501746" y="389642"/>
                    <a:pt x="3307981" y="435623"/>
                    <a:pt x="3102146" y="435119"/>
                  </a:cubicBezTo>
                  <a:cubicBezTo>
                    <a:pt x="3068671" y="462834"/>
                    <a:pt x="3012827" y="455024"/>
                    <a:pt x="2952155" y="485384"/>
                  </a:cubicBezTo>
                  <a:cubicBezTo>
                    <a:pt x="2949097" y="464976"/>
                    <a:pt x="2885367" y="472786"/>
                    <a:pt x="2860905" y="477699"/>
                  </a:cubicBezTo>
                  <a:cubicBezTo>
                    <a:pt x="2855273" y="464976"/>
                    <a:pt x="2829362" y="448095"/>
                    <a:pt x="2812786" y="474550"/>
                  </a:cubicBezTo>
                  <a:cubicBezTo>
                    <a:pt x="2765471" y="434616"/>
                    <a:pt x="2514092" y="526578"/>
                    <a:pt x="2148449" y="563363"/>
                  </a:cubicBezTo>
                  <a:cubicBezTo>
                    <a:pt x="2025174" y="575960"/>
                    <a:pt x="1932636" y="581125"/>
                    <a:pt x="1787796" y="588180"/>
                  </a:cubicBezTo>
                  <a:cubicBezTo>
                    <a:pt x="1698155" y="534640"/>
                    <a:pt x="1589686" y="602793"/>
                    <a:pt x="1495861" y="617532"/>
                  </a:cubicBezTo>
                  <a:cubicBezTo>
                    <a:pt x="1346836" y="557820"/>
                    <a:pt x="1150657" y="684803"/>
                    <a:pt x="947236" y="626476"/>
                  </a:cubicBezTo>
                  <a:cubicBezTo>
                    <a:pt x="744781" y="687952"/>
                    <a:pt x="618286" y="646380"/>
                    <a:pt x="332950" y="658474"/>
                  </a:cubicBezTo>
                  <a:cubicBezTo>
                    <a:pt x="0" y="725997"/>
                    <a:pt x="166544" y="214662"/>
                    <a:pt x="95250" y="3224217"/>
                  </a:cubicBezTo>
                  <a:cubicBezTo>
                    <a:pt x="131460" y="3235051"/>
                    <a:pt x="93091" y="3905367"/>
                    <a:pt x="116332" y="4723074"/>
                  </a:cubicBezTo>
                  <a:cubicBezTo>
                    <a:pt x="91059" y="4744615"/>
                    <a:pt x="121804" y="4809871"/>
                    <a:pt x="204202" y="4784675"/>
                  </a:cubicBezTo>
                  <a:cubicBezTo>
                    <a:pt x="233493" y="4812768"/>
                    <a:pt x="264231" y="4821587"/>
                    <a:pt x="345664" y="4835821"/>
                  </a:cubicBezTo>
                  <a:cubicBezTo>
                    <a:pt x="397485" y="4866182"/>
                    <a:pt x="542808" y="4793998"/>
                    <a:pt x="658198" y="4850561"/>
                  </a:cubicBezTo>
                  <a:cubicBezTo>
                    <a:pt x="696018" y="4821334"/>
                    <a:pt x="713398" y="4871095"/>
                    <a:pt x="751862" y="4853962"/>
                  </a:cubicBezTo>
                  <a:cubicBezTo>
                    <a:pt x="761679" y="4855222"/>
                    <a:pt x="822029" y="4801934"/>
                    <a:pt x="837157" y="4843758"/>
                  </a:cubicBezTo>
                  <a:cubicBezTo>
                    <a:pt x="934844" y="4914681"/>
                    <a:pt x="1115412" y="4863788"/>
                    <a:pt x="1234021" y="4844640"/>
                  </a:cubicBezTo>
                  <a:cubicBezTo>
                    <a:pt x="1351825" y="4873236"/>
                    <a:pt x="1418130" y="4909347"/>
                    <a:pt x="1706202" y="4856986"/>
                  </a:cubicBezTo>
                  <a:cubicBezTo>
                    <a:pt x="1872447" y="4911125"/>
                    <a:pt x="1978985" y="4831664"/>
                    <a:pt x="2127528" y="4779511"/>
                  </a:cubicBezTo>
                  <a:cubicBezTo>
                    <a:pt x="2238733" y="4841365"/>
                    <a:pt x="2391621" y="4808737"/>
                    <a:pt x="2664083" y="4823476"/>
                  </a:cubicBezTo>
                  <a:cubicBezTo>
                    <a:pt x="2745837" y="4825617"/>
                    <a:pt x="2836604" y="4922555"/>
                    <a:pt x="2938637" y="4830909"/>
                  </a:cubicBezTo>
                  <a:cubicBezTo>
                    <a:pt x="3002206" y="4880795"/>
                    <a:pt x="3160243" y="4813776"/>
                    <a:pt x="3386516" y="4845018"/>
                  </a:cubicBezTo>
                  <a:cubicBezTo>
                    <a:pt x="3529265" y="4748521"/>
                    <a:pt x="3682957" y="4846656"/>
                    <a:pt x="3860629" y="4769810"/>
                  </a:cubicBezTo>
                  <a:cubicBezTo>
                    <a:pt x="3937716" y="4778629"/>
                    <a:pt x="4007079" y="4690068"/>
                    <a:pt x="4110237" y="4699768"/>
                  </a:cubicBezTo>
                  <a:cubicBezTo>
                    <a:pt x="4244618" y="4689690"/>
                    <a:pt x="4392033" y="4644591"/>
                    <a:pt x="4569061" y="4669030"/>
                  </a:cubicBezTo>
                  <a:cubicBezTo>
                    <a:pt x="4710683" y="4638040"/>
                    <a:pt x="4934221" y="4606546"/>
                    <a:pt x="5128630" y="4677723"/>
                  </a:cubicBezTo>
                  <a:cubicBezTo>
                    <a:pt x="5122514" y="4639426"/>
                    <a:pt x="5342672" y="4651394"/>
                    <a:pt x="5498296" y="4625443"/>
                  </a:cubicBezTo>
                  <a:cubicBezTo>
                    <a:pt x="5485904" y="4594327"/>
                    <a:pt x="5591959" y="4634261"/>
                    <a:pt x="5635573" y="4607680"/>
                  </a:cubicBezTo>
                  <a:cubicBezTo>
                    <a:pt x="5671622" y="4570643"/>
                    <a:pt x="5722799" y="4591555"/>
                    <a:pt x="5773815" y="4579713"/>
                  </a:cubicBezTo>
                  <a:cubicBezTo>
                    <a:pt x="5773332" y="4550487"/>
                    <a:pt x="5798277" y="4598610"/>
                    <a:pt x="5851707" y="4567116"/>
                  </a:cubicBezTo>
                  <a:cubicBezTo>
                    <a:pt x="5848650" y="4572533"/>
                    <a:pt x="5907069" y="4513072"/>
                    <a:pt x="5936359" y="4532724"/>
                  </a:cubicBezTo>
                  <a:cubicBezTo>
                    <a:pt x="6053519" y="4554770"/>
                    <a:pt x="6147988" y="4552629"/>
                    <a:pt x="6307634" y="4501105"/>
                  </a:cubicBezTo>
                  <a:cubicBezTo>
                    <a:pt x="6423668" y="4556534"/>
                    <a:pt x="6623548" y="4488633"/>
                    <a:pt x="6743283" y="4467091"/>
                  </a:cubicBezTo>
                  <a:cubicBezTo>
                    <a:pt x="6748755" y="4412922"/>
                    <a:pt x="7172495" y="4426276"/>
                    <a:pt x="7505468" y="4513954"/>
                  </a:cubicBezTo>
                  <a:cubicBezTo>
                    <a:pt x="7626652" y="4521639"/>
                    <a:pt x="7698589" y="4481705"/>
                    <a:pt x="7819611" y="4519245"/>
                  </a:cubicBezTo>
                  <a:cubicBezTo>
                    <a:pt x="7884468" y="4482461"/>
                    <a:pt x="7977970" y="4492413"/>
                    <a:pt x="8098832" y="4487499"/>
                  </a:cubicBezTo>
                  <a:cubicBezTo>
                    <a:pt x="8104625" y="4489389"/>
                    <a:pt x="8109293" y="4489389"/>
                    <a:pt x="8113316" y="4487625"/>
                  </a:cubicBezTo>
                  <a:cubicBezTo>
                    <a:pt x="8112672" y="4487247"/>
                    <a:pt x="8112189" y="4486995"/>
                    <a:pt x="8111546" y="4486492"/>
                  </a:cubicBezTo>
                  <a:cubicBezTo>
                    <a:pt x="8112672" y="4486995"/>
                    <a:pt x="8112833" y="4486995"/>
                    <a:pt x="8113478" y="4487499"/>
                  </a:cubicBezTo>
                  <a:cubicBezTo>
                    <a:pt x="8150927" y="4468855"/>
                    <a:pt x="8107040" y="4265782"/>
                    <a:pt x="8138100" y="4119903"/>
                  </a:cubicBezTo>
                  <a:close/>
                </a:path>
              </a:pathLst>
            </a:custGeom>
            <a:blipFill rotWithShape="0">
              <a:blip r:embed="rId10"/>
              <a:stretch>
                <a:fillRect l="-210696" t="0" r="-210696" b="0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8" name="Group 15"/>
          <p:cNvGrpSpPr/>
          <p:nvPr/>
        </p:nvGrpSpPr>
        <p:grpSpPr>
          <a:xfrm>
            <a:off x="7307280" y="5497560"/>
            <a:ext cx="3672720" cy="1121040"/>
            <a:chOff x="7307280" y="5497560"/>
            <a:chExt cx="3672720" cy="1121040"/>
          </a:xfrm>
        </p:grpSpPr>
        <p:sp>
          <p:nvSpPr>
            <p:cNvPr id="139" name="CustomShape 16"/>
            <p:cNvSpPr/>
            <p:nvPr/>
          </p:nvSpPr>
          <p:spPr>
            <a:xfrm>
              <a:off x="7307280" y="5689440"/>
              <a:ext cx="3672720" cy="928800"/>
            </a:xfrm>
            <a:custGeom>
              <a:avLst/>
              <a:gdLst/>
              <a:ahLst/>
              <a:rect l="l" t="t" r="r" b="b"/>
              <a:pathLst>
                <a:path w="1274332" h="322410">
                  <a:moveTo>
                    <a:pt x="161205" y="0"/>
                  </a:moveTo>
                  <a:lnTo>
                    <a:pt x="1113127" y="0"/>
                  </a:lnTo>
                  <a:cubicBezTo>
                    <a:pt x="1202158" y="0"/>
                    <a:pt x="1274332" y="72174"/>
                    <a:pt x="1274332" y="161205"/>
                  </a:cubicBezTo>
                  <a:lnTo>
                    <a:pt x="1274332" y="161205"/>
                  </a:lnTo>
                  <a:cubicBezTo>
                    <a:pt x="1274332" y="250236"/>
                    <a:pt x="1202158" y="322410"/>
                    <a:pt x="1113127" y="322410"/>
                  </a:cubicBezTo>
                  <a:lnTo>
                    <a:pt x="161205" y="322410"/>
                  </a:lnTo>
                  <a:cubicBezTo>
                    <a:pt x="72174" y="322410"/>
                    <a:pt x="0" y="250236"/>
                    <a:pt x="0" y="161205"/>
                  </a:cubicBezTo>
                  <a:lnTo>
                    <a:pt x="0" y="161205"/>
                  </a:lnTo>
                  <a:cubicBezTo>
                    <a:pt x="0" y="72174"/>
                    <a:pt x="72174" y="0"/>
                    <a:pt x="161205" y="0"/>
                  </a:cubicBezTo>
                  <a:close/>
                </a:path>
              </a:pathLst>
            </a:custGeom>
            <a:solidFill>
              <a:srgbClr val="33323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CustomShape 17"/>
            <p:cNvSpPr/>
            <p:nvPr/>
          </p:nvSpPr>
          <p:spPr>
            <a:xfrm>
              <a:off x="7307280" y="5497560"/>
              <a:ext cx="3672720" cy="11210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ts val="3920"/>
                </a:lnSpc>
              </a:pPr>
              <a:r>
                <a:rPr b="1" lang="en-US" sz="2800" spc="-1" strike="noStrike">
                  <a:solidFill>
                    <a:srgbClr val="ffffff"/>
                  </a:solidFill>
                  <a:latin typeface="Quicksand Bold"/>
                  <a:ea typeface="Quicksand Bold"/>
                </a:rPr>
                <a:t>Turtle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41" name="CustomShape 18"/>
          <p:cNvSpPr/>
          <p:nvPr/>
        </p:nvSpPr>
        <p:spPr>
          <a:xfrm>
            <a:off x="6352920" y="3920040"/>
            <a:ext cx="5581440" cy="118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9360"/>
              </a:lnSpc>
            </a:pPr>
            <a:r>
              <a:rPr b="0" lang="en-US" sz="10400" spc="-1" strike="noStrike">
                <a:solidFill>
                  <a:srgbClr val="333231"/>
                </a:solidFill>
                <a:latin typeface="Fredoka"/>
                <a:ea typeface="Fredoka"/>
              </a:rPr>
              <a:t>My Pet</a:t>
            </a:r>
            <a:endParaRPr b="0" lang="en-US" sz="10400" spc="-1" strike="noStrike">
              <a:latin typeface="Arial"/>
            </a:endParaRPr>
          </a:p>
        </p:txBody>
      </p:sp>
      <p:sp>
        <p:nvSpPr>
          <p:cNvPr id="142" name="CustomShape 19"/>
          <p:cNvSpPr/>
          <p:nvPr/>
        </p:nvSpPr>
        <p:spPr>
          <a:xfrm>
            <a:off x="6292440" y="7809120"/>
            <a:ext cx="5641920" cy="953640"/>
          </a:xfrm>
          <a:custGeom>
            <a:avLst/>
            <a:gdLst/>
            <a:ahLst/>
            <a:rect l="l" t="t" r="r" b="b"/>
            <a:pathLst>
              <a:path w="5642384" h="954076">
                <a:moveTo>
                  <a:pt x="0" y="0"/>
                </a:moveTo>
                <a:lnTo>
                  <a:pt x="5642385" y="0"/>
                </a:lnTo>
                <a:lnTo>
                  <a:pt x="5642385" y="954076"/>
                </a:lnTo>
                <a:lnTo>
                  <a:pt x="0" y="9540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CustomShape 20"/>
          <p:cNvSpPr/>
          <p:nvPr/>
        </p:nvSpPr>
        <p:spPr>
          <a:xfrm flipH="1">
            <a:off x="11342880" y="126180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592046" y="0"/>
                </a:moveTo>
                <a:lnTo>
                  <a:pt x="0" y="0"/>
                </a:lnTo>
                <a:lnTo>
                  <a:pt x="0" y="597432"/>
                </a:lnTo>
                <a:lnTo>
                  <a:pt x="592046" y="597432"/>
                </a:lnTo>
                <a:lnTo>
                  <a:pt x="592046" y="0"/>
                </a:lnTo>
                <a:close/>
              </a:path>
            </a:pathLst>
          </a:custGeom>
          <a:blipFill rotWithShape="0">
            <a:blip r:embed="rId12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CustomShape 21"/>
          <p:cNvSpPr/>
          <p:nvPr/>
        </p:nvSpPr>
        <p:spPr>
          <a:xfrm rot="14938800">
            <a:off x="16648920" y="7246800"/>
            <a:ext cx="563400" cy="558360"/>
          </a:xfrm>
          <a:custGeom>
            <a:avLst/>
            <a:gdLst/>
            <a:ahLst/>
            <a:rect l="l" t="t" r="r" b="b"/>
            <a:pathLst>
              <a:path w="563733" h="558845">
                <a:moveTo>
                  <a:pt x="0" y="0"/>
                </a:moveTo>
                <a:lnTo>
                  <a:pt x="563732" y="0"/>
                </a:lnTo>
                <a:lnTo>
                  <a:pt x="563732" y="558846"/>
                </a:lnTo>
                <a:lnTo>
                  <a:pt x="0" y="5588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/>
            <a:stretch>
              <a:fillRect l="3768613" t="2301109" r="-866843" b="-1986223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CustomShape 22"/>
          <p:cNvSpPr/>
          <p:nvPr/>
        </p:nvSpPr>
        <p:spPr>
          <a:xfrm flipH="1" rot="15784800">
            <a:off x="911520" y="667800"/>
            <a:ext cx="840240" cy="848160"/>
          </a:xfrm>
          <a:custGeom>
            <a:avLst/>
            <a:gdLst/>
            <a:ahLst/>
            <a:rect l="l" t="t" r="r" b="b"/>
            <a:pathLst>
              <a:path w="840708" h="848356">
                <a:moveTo>
                  <a:pt x="840708" y="0"/>
                </a:moveTo>
                <a:lnTo>
                  <a:pt x="0" y="0"/>
                </a:lnTo>
                <a:lnTo>
                  <a:pt x="0" y="848357"/>
                </a:lnTo>
                <a:lnTo>
                  <a:pt x="840708" y="848357"/>
                </a:lnTo>
                <a:lnTo>
                  <a:pt x="840708" y="0"/>
                </a:lnTo>
                <a:close/>
              </a:path>
            </a:pathLst>
          </a:custGeom>
          <a:blipFill rotWithShape="0">
            <a:blip r:embed="rId14"/>
            <a:stretch>
              <a:fillRect l="-3779840" t="-4457957" r="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CustomShape 23"/>
          <p:cNvSpPr/>
          <p:nvPr/>
        </p:nvSpPr>
        <p:spPr>
          <a:xfrm>
            <a:off x="5157360" y="897336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0" y="0"/>
                </a:moveTo>
                <a:lnTo>
                  <a:pt x="592046" y="0"/>
                </a:lnTo>
                <a:lnTo>
                  <a:pt x="592046" y="597432"/>
                </a:lnTo>
                <a:lnTo>
                  <a:pt x="0" y="5974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stomShape 1"/>
          <p:cNvSpPr/>
          <p:nvPr/>
        </p:nvSpPr>
        <p:spPr>
          <a:xfrm>
            <a:off x="0" y="0"/>
            <a:ext cx="18287640" cy="1028664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>
              <a:fillRect l="0" t="-146907" r="0" b="-146907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CustomShape 2"/>
          <p:cNvSpPr/>
          <p:nvPr/>
        </p:nvSpPr>
        <p:spPr>
          <a:xfrm rot="10800000">
            <a:off x="2241000" y="5524920"/>
            <a:ext cx="5444640" cy="920160"/>
          </a:xfrm>
          <a:custGeom>
            <a:avLst/>
            <a:gdLst/>
            <a:ahLst/>
            <a:rect l="l" t="t" r="r" b="b"/>
            <a:pathLst>
              <a:path w="5444848" h="920674">
                <a:moveTo>
                  <a:pt x="0" y="0"/>
                </a:moveTo>
                <a:lnTo>
                  <a:pt x="5444848" y="0"/>
                </a:lnTo>
                <a:lnTo>
                  <a:pt x="5444848" y="920674"/>
                </a:lnTo>
                <a:lnTo>
                  <a:pt x="0" y="9206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CustomShape 3"/>
          <p:cNvSpPr/>
          <p:nvPr/>
        </p:nvSpPr>
        <p:spPr>
          <a:xfrm>
            <a:off x="9564120" y="5488200"/>
            <a:ext cx="4537080" cy="3769920"/>
          </a:xfrm>
          <a:custGeom>
            <a:avLst/>
            <a:gdLst/>
            <a:ahLst/>
            <a:rect l="l" t="t" r="r" b="b"/>
            <a:pathLst>
              <a:path w="4537486" h="3770238">
                <a:moveTo>
                  <a:pt x="0" y="0"/>
                </a:moveTo>
                <a:lnTo>
                  <a:pt x="4537485" y="0"/>
                </a:lnTo>
                <a:lnTo>
                  <a:pt x="4537485" y="3770238"/>
                </a:lnTo>
                <a:lnTo>
                  <a:pt x="0" y="37702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0" name="Group 4"/>
          <p:cNvGrpSpPr/>
          <p:nvPr/>
        </p:nvGrpSpPr>
        <p:grpSpPr>
          <a:xfrm>
            <a:off x="9779040" y="5985000"/>
            <a:ext cx="4060080" cy="2496960"/>
            <a:chOff x="9779040" y="5985000"/>
            <a:chExt cx="4060080" cy="2496960"/>
          </a:xfrm>
        </p:grpSpPr>
        <p:sp>
          <p:nvSpPr>
            <p:cNvPr id="151" name="CustomShape 5"/>
            <p:cNvSpPr/>
            <p:nvPr/>
          </p:nvSpPr>
          <p:spPr>
            <a:xfrm>
              <a:off x="9779040" y="5985000"/>
              <a:ext cx="4060080" cy="2496960"/>
            </a:xfrm>
            <a:custGeom>
              <a:avLst/>
              <a:gdLst/>
              <a:ahLst/>
              <a:rect l="l" t="t" r="r" b="b"/>
              <a:pathLst>
                <a:path w="7069280" h="4348019">
                  <a:moveTo>
                    <a:pt x="7035142" y="3959671"/>
                  </a:moveTo>
                  <a:cubicBezTo>
                    <a:pt x="7035142" y="3959671"/>
                    <a:pt x="7035281" y="3959671"/>
                    <a:pt x="7035281" y="3959559"/>
                  </a:cubicBezTo>
                  <a:cubicBezTo>
                    <a:pt x="7036117" y="3960116"/>
                    <a:pt x="7037789" y="3961338"/>
                    <a:pt x="7043500" y="3965006"/>
                  </a:cubicBezTo>
                  <a:cubicBezTo>
                    <a:pt x="7043500" y="3965006"/>
                    <a:pt x="7043360" y="3964895"/>
                    <a:pt x="7035142" y="3959671"/>
                  </a:cubicBezTo>
                  <a:close/>
                  <a:moveTo>
                    <a:pt x="7056454" y="3635210"/>
                  </a:moveTo>
                  <a:cubicBezTo>
                    <a:pt x="7023720" y="2662049"/>
                    <a:pt x="7048514" y="1638757"/>
                    <a:pt x="7048514" y="702388"/>
                  </a:cubicBezTo>
                  <a:cubicBezTo>
                    <a:pt x="7042803" y="487970"/>
                    <a:pt x="7035420" y="203636"/>
                    <a:pt x="7049071" y="0"/>
                  </a:cubicBezTo>
                  <a:cubicBezTo>
                    <a:pt x="6945299" y="38348"/>
                    <a:pt x="6892509" y="15451"/>
                    <a:pt x="6779125" y="26566"/>
                  </a:cubicBezTo>
                  <a:cubicBezTo>
                    <a:pt x="6744999" y="47797"/>
                    <a:pt x="6696108" y="83366"/>
                    <a:pt x="6607380" y="88257"/>
                  </a:cubicBezTo>
                  <a:cubicBezTo>
                    <a:pt x="6627716" y="122604"/>
                    <a:pt x="6381310" y="103485"/>
                    <a:pt x="6143123" y="123382"/>
                  </a:cubicBezTo>
                  <a:cubicBezTo>
                    <a:pt x="6130587" y="145057"/>
                    <a:pt x="6057877" y="91481"/>
                    <a:pt x="5865934" y="89146"/>
                  </a:cubicBezTo>
                  <a:cubicBezTo>
                    <a:pt x="5863845" y="103374"/>
                    <a:pt x="5602674" y="134275"/>
                    <a:pt x="5414214" y="88368"/>
                  </a:cubicBezTo>
                  <a:cubicBezTo>
                    <a:pt x="5345264" y="141389"/>
                    <a:pt x="5278405" y="109376"/>
                    <a:pt x="5188562" y="106264"/>
                  </a:cubicBezTo>
                  <a:cubicBezTo>
                    <a:pt x="5059718" y="126494"/>
                    <a:pt x="4881983" y="108710"/>
                    <a:pt x="4719431" y="150615"/>
                  </a:cubicBezTo>
                  <a:cubicBezTo>
                    <a:pt x="4618166" y="116602"/>
                    <a:pt x="4407976" y="174180"/>
                    <a:pt x="4302254" y="172179"/>
                  </a:cubicBezTo>
                  <a:cubicBezTo>
                    <a:pt x="4252666" y="119714"/>
                    <a:pt x="4073121" y="308233"/>
                    <a:pt x="3912657" y="265771"/>
                  </a:cubicBezTo>
                  <a:cubicBezTo>
                    <a:pt x="3834655" y="311234"/>
                    <a:pt x="3774481" y="327685"/>
                    <a:pt x="3711661" y="302675"/>
                  </a:cubicBezTo>
                  <a:cubicBezTo>
                    <a:pt x="3596328" y="324572"/>
                    <a:pt x="3470548" y="319126"/>
                    <a:pt x="3342400" y="301674"/>
                  </a:cubicBezTo>
                  <a:cubicBezTo>
                    <a:pt x="3291559" y="306232"/>
                    <a:pt x="3234868" y="334799"/>
                    <a:pt x="3153382" y="314791"/>
                  </a:cubicBezTo>
                  <a:cubicBezTo>
                    <a:pt x="3043621" y="343802"/>
                    <a:pt x="2875915" y="384374"/>
                    <a:pt x="2697762" y="383929"/>
                  </a:cubicBezTo>
                  <a:cubicBezTo>
                    <a:pt x="2668789" y="408383"/>
                    <a:pt x="2620455" y="401492"/>
                    <a:pt x="2567943" y="428280"/>
                  </a:cubicBezTo>
                  <a:cubicBezTo>
                    <a:pt x="2565296" y="410273"/>
                    <a:pt x="2510137" y="417164"/>
                    <a:pt x="2488965" y="421499"/>
                  </a:cubicBezTo>
                  <a:cubicBezTo>
                    <a:pt x="2484090" y="410273"/>
                    <a:pt x="2461664" y="395378"/>
                    <a:pt x="2447317" y="418721"/>
                  </a:cubicBezTo>
                  <a:cubicBezTo>
                    <a:pt x="2406365" y="383484"/>
                    <a:pt x="2188793" y="464628"/>
                    <a:pt x="1872324" y="497085"/>
                  </a:cubicBezTo>
                  <a:cubicBezTo>
                    <a:pt x="1765627" y="508200"/>
                    <a:pt x="1685535" y="512758"/>
                    <a:pt x="1560173" y="518982"/>
                  </a:cubicBezTo>
                  <a:cubicBezTo>
                    <a:pt x="1482588" y="471741"/>
                    <a:pt x="1388706" y="531876"/>
                    <a:pt x="1307499" y="544881"/>
                  </a:cubicBezTo>
                  <a:cubicBezTo>
                    <a:pt x="1178516" y="492194"/>
                    <a:pt x="1008720" y="604238"/>
                    <a:pt x="832656" y="552773"/>
                  </a:cubicBezTo>
                  <a:cubicBezTo>
                    <a:pt x="657428" y="607017"/>
                    <a:pt x="547946" y="570336"/>
                    <a:pt x="300983" y="581007"/>
                  </a:cubicBezTo>
                  <a:cubicBezTo>
                    <a:pt x="0" y="640586"/>
                    <a:pt x="156956" y="189408"/>
                    <a:pt x="95250" y="2844898"/>
                  </a:cubicBezTo>
                  <a:cubicBezTo>
                    <a:pt x="126590" y="2854458"/>
                    <a:pt x="93091" y="3445913"/>
                    <a:pt x="113497" y="4167419"/>
                  </a:cubicBezTo>
                  <a:cubicBezTo>
                    <a:pt x="91059" y="4186427"/>
                    <a:pt x="118233" y="4244005"/>
                    <a:pt x="189550" y="4221774"/>
                  </a:cubicBezTo>
                  <a:cubicBezTo>
                    <a:pt x="214901" y="4246562"/>
                    <a:pt x="241505" y="4254343"/>
                    <a:pt x="311987" y="4266903"/>
                  </a:cubicBezTo>
                  <a:cubicBezTo>
                    <a:pt x="356838" y="4293691"/>
                    <a:pt x="482618" y="4230000"/>
                    <a:pt x="582490" y="4279908"/>
                  </a:cubicBezTo>
                  <a:cubicBezTo>
                    <a:pt x="615223" y="4254120"/>
                    <a:pt x="630266" y="4298026"/>
                    <a:pt x="663557" y="4282909"/>
                  </a:cubicBezTo>
                  <a:cubicBezTo>
                    <a:pt x="672054" y="4284021"/>
                    <a:pt x="724288" y="4237002"/>
                    <a:pt x="737381" y="4273905"/>
                  </a:cubicBezTo>
                  <a:cubicBezTo>
                    <a:pt x="821931" y="4340146"/>
                    <a:pt x="978215" y="4291579"/>
                    <a:pt x="1080873" y="4274684"/>
                  </a:cubicBezTo>
                  <a:cubicBezTo>
                    <a:pt x="1182834" y="4299916"/>
                    <a:pt x="1240221" y="4334811"/>
                    <a:pt x="1489552" y="4285577"/>
                  </a:cubicBezTo>
                  <a:cubicBezTo>
                    <a:pt x="1633440" y="4336590"/>
                    <a:pt x="1725650" y="4263235"/>
                    <a:pt x="1854216" y="4217217"/>
                  </a:cubicBezTo>
                  <a:cubicBezTo>
                    <a:pt x="1950466" y="4271794"/>
                    <a:pt x="2082792" y="4243005"/>
                    <a:pt x="2318612" y="4256010"/>
                  </a:cubicBezTo>
                  <a:cubicBezTo>
                    <a:pt x="2389372" y="4257899"/>
                    <a:pt x="2467932" y="4348019"/>
                    <a:pt x="2556242" y="4262568"/>
                  </a:cubicBezTo>
                  <a:cubicBezTo>
                    <a:pt x="2611262" y="4306585"/>
                    <a:pt x="2748046" y="4247451"/>
                    <a:pt x="2943889" y="4275017"/>
                  </a:cubicBezTo>
                  <a:cubicBezTo>
                    <a:pt x="3067440" y="4189873"/>
                    <a:pt x="3200463" y="4276462"/>
                    <a:pt x="3354240" y="4208658"/>
                  </a:cubicBezTo>
                  <a:cubicBezTo>
                    <a:pt x="3420960" y="4216439"/>
                    <a:pt x="3480995" y="4138297"/>
                    <a:pt x="3570280" y="4146856"/>
                  </a:cubicBezTo>
                  <a:cubicBezTo>
                    <a:pt x="3686588" y="4137963"/>
                    <a:pt x="3814178" y="4098170"/>
                    <a:pt x="3967399" y="4119734"/>
                  </a:cubicBezTo>
                  <a:cubicBezTo>
                    <a:pt x="4089975" y="4092390"/>
                    <a:pt x="4283449" y="4064601"/>
                    <a:pt x="4451713" y="4127403"/>
                  </a:cubicBezTo>
                  <a:cubicBezTo>
                    <a:pt x="4446420" y="4093612"/>
                    <a:pt x="4636970" y="4104172"/>
                    <a:pt x="4771665" y="4081274"/>
                  </a:cubicBezTo>
                  <a:cubicBezTo>
                    <a:pt x="4760939" y="4053819"/>
                    <a:pt x="4852732" y="4089055"/>
                    <a:pt x="4890480" y="4065601"/>
                  </a:cubicBezTo>
                  <a:cubicBezTo>
                    <a:pt x="4921681" y="4032922"/>
                    <a:pt x="4965975" y="4051374"/>
                    <a:pt x="5010131" y="4040925"/>
                  </a:cubicBezTo>
                  <a:cubicBezTo>
                    <a:pt x="5009713" y="4015137"/>
                    <a:pt x="5031303" y="4057598"/>
                    <a:pt x="5077547" y="4029809"/>
                  </a:cubicBezTo>
                  <a:cubicBezTo>
                    <a:pt x="5074901" y="4034589"/>
                    <a:pt x="5125464" y="3982124"/>
                    <a:pt x="5150814" y="3999464"/>
                  </a:cubicBezTo>
                  <a:cubicBezTo>
                    <a:pt x="5252218" y="4018916"/>
                    <a:pt x="5333982" y="4017027"/>
                    <a:pt x="5472158" y="3971565"/>
                  </a:cubicBezTo>
                  <a:cubicBezTo>
                    <a:pt x="5572587" y="4020472"/>
                    <a:pt x="5745587" y="3960560"/>
                    <a:pt x="5849219" y="3941552"/>
                  </a:cubicBezTo>
                  <a:cubicBezTo>
                    <a:pt x="5853955" y="3893756"/>
                    <a:pt x="6220708" y="3905538"/>
                    <a:pt x="6508901" y="3982902"/>
                  </a:cubicBezTo>
                  <a:cubicBezTo>
                    <a:pt x="6613787" y="3989682"/>
                    <a:pt x="6676050" y="3954447"/>
                    <a:pt x="6780797" y="3987571"/>
                  </a:cubicBezTo>
                  <a:cubicBezTo>
                    <a:pt x="6836931" y="3955113"/>
                    <a:pt x="6917859" y="3963895"/>
                    <a:pt x="7022467" y="3959559"/>
                  </a:cubicBezTo>
                  <a:cubicBezTo>
                    <a:pt x="7027481" y="3961227"/>
                    <a:pt x="7031520" y="3961227"/>
                    <a:pt x="7035002" y="3959671"/>
                  </a:cubicBezTo>
                  <a:cubicBezTo>
                    <a:pt x="7034445" y="3959337"/>
                    <a:pt x="7034027" y="3959115"/>
                    <a:pt x="7033471" y="3958670"/>
                  </a:cubicBezTo>
                  <a:cubicBezTo>
                    <a:pt x="7034445" y="3959115"/>
                    <a:pt x="7034585" y="3959115"/>
                    <a:pt x="7035142" y="3959559"/>
                  </a:cubicBezTo>
                  <a:cubicBezTo>
                    <a:pt x="7069280" y="3943109"/>
                    <a:pt x="7029570" y="3763927"/>
                    <a:pt x="7056454" y="3635210"/>
                  </a:cubicBezTo>
                  <a:close/>
                </a:path>
              </a:pathLst>
            </a:custGeom>
            <a:blipFill rotWithShape="0">
              <a:blip r:embed="rId4"/>
              <a:stretch>
                <a:fillRect l="-87656" t="0" r="-172420" b="0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2" name="CustomShape 6"/>
          <p:cNvSpPr/>
          <p:nvPr/>
        </p:nvSpPr>
        <p:spPr>
          <a:xfrm>
            <a:off x="11105280" y="1835280"/>
            <a:ext cx="5452560" cy="4530600"/>
          </a:xfrm>
          <a:custGeom>
            <a:avLst/>
            <a:gdLst/>
            <a:ahLst/>
            <a:rect l="l" t="t" r="r" b="b"/>
            <a:pathLst>
              <a:path w="5453094" h="4531025">
                <a:moveTo>
                  <a:pt x="0" y="0"/>
                </a:moveTo>
                <a:lnTo>
                  <a:pt x="5453093" y="0"/>
                </a:lnTo>
                <a:lnTo>
                  <a:pt x="5453093" y="4531025"/>
                </a:lnTo>
                <a:lnTo>
                  <a:pt x="0" y="453102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3" name="Group 7"/>
          <p:cNvGrpSpPr/>
          <p:nvPr/>
        </p:nvGrpSpPr>
        <p:grpSpPr>
          <a:xfrm>
            <a:off x="11363760" y="2432520"/>
            <a:ext cx="4879440" cy="3000960"/>
            <a:chOff x="11363760" y="2432520"/>
            <a:chExt cx="4879440" cy="3000960"/>
          </a:xfrm>
        </p:grpSpPr>
        <p:sp>
          <p:nvSpPr>
            <p:cNvPr id="154" name="CustomShape 8"/>
            <p:cNvSpPr/>
            <p:nvPr/>
          </p:nvSpPr>
          <p:spPr>
            <a:xfrm>
              <a:off x="11363760" y="2432520"/>
              <a:ext cx="4879440" cy="3000960"/>
            </a:xfrm>
            <a:custGeom>
              <a:avLst/>
              <a:gdLst/>
              <a:ahLst/>
              <a:rect l="l" t="t" r="r" b="b"/>
              <a:pathLst>
                <a:path w="7069280" h="4348019">
                  <a:moveTo>
                    <a:pt x="7035142" y="3959671"/>
                  </a:moveTo>
                  <a:cubicBezTo>
                    <a:pt x="7035142" y="3959671"/>
                    <a:pt x="7035281" y="3959671"/>
                    <a:pt x="7035281" y="3959559"/>
                  </a:cubicBezTo>
                  <a:cubicBezTo>
                    <a:pt x="7036117" y="3960116"/>
                    <a:pt x="7037789" y="3961338"/>
                    <a:pt x="7043500" y="3965006"/>
                  </a:cubicBezTo>
                  <a:cubicBezTo>
                    <a:pt x="7043500" y="3965006"/>
                    <a:pt x="7043360" y="3964895"/>
                    <a:pt x="7035142" y="3959671"/>
                  </a:cubicBezTo>
                  <a:close/>
                  <a:moveTo>
                    <a:pt x="7056454" y="3635210"/>
                  </a:moveTo>
                  <a:cubicBezTo>
                    <a:pt x="7023720" y="2662049"/>
                    <a:pt x="7048514" y="1638757"/>
                    <a:pt x="7048514" y="702388"/>
                  </a:cubicBezTo>
                  <a:cubicBezTo>
                    <a:pt x="7042803" y="487970"/>
                    <a:pt x="7035420" y="203636"/>
                    <a:pt x="7049071" y="0"/>
                  </a:cubicBezTo>
                  <a:cubicBezTo>
                    <a:pt x="6945299" y="38348"/>
                    <a:pt x="6892509" y="15451"/>
                    <a:pt x="6779125" y="26566"/>
                  </a:cubicBezTo>
                  <a:cubicBezTo>
                    <a:pt x="6744999" y="47797"/>
                    <a:pt x="6696108" y="83366"/>
                    <a:pt x="6607380" y="88257"/>
                  </a:cubicBezTo>
                  <a:cubicBezTo>
                    <a:pt x="6627716" y="122604"/>
                    <a:pt x="6381310" y="103485"/>
                    <a:pt x="6143123" y="123382"/>
                  </a:cubicBezTo>
                  <a:cubicBezTo>
                    <a:pt x="6130587" y="145057"/>
                    <a:pt x="6057877" y="91481"/>
                    <a:pt x="5865934" y="89146"/>
                  </a:cubicBezTo>
                  <a:cubicBezTo>
                    <a:pt x="5863845" y="103374"/>
                    <a:pt x="5602674" y="134275"/>
                    <a:pt x="5414214" y="88368"/>
                  </a:cubicBezTo>
                  <a:cubicBezTo>
                    <a:pt x="5345264" y="141389"/>
                    <a:pt x="5278405" y="109376"/>
                    <a:pt x="5188562" y="106264"/>
                  </a:cubicBezTo>
                  <a:cubicBezTo>
                    <a:pt x="5059718" y="126494"/>
                    <a:pt x="4881983" y="108710"/>
                    <a:pt x="4719431" y="150615"/>
                  </a:cubicBezTo>
                  <a:cubicBezTo>
                    <a:pt x="4618166" y="116602"/>
                    <a:pt x="4407976" y="174180"/>
                    <a:pt x="4302254" y="172179"/>
                  </a:cubicBezTo>
                  <a:cubicBezTo>
                    <a:pt x="4252666" y="119714"/>
                    <a:pt x="4073121" y="308233"/>
                    <a:pt x="3912657" y="265771"/>
                  </a:cubicBezTo>
                  <a:cubicBezTo>
                    <a:pt x="3834655" y="311234"/>
                    <a:pt x="3774481" y="327685"/>
                    <a:pt x="3711661" y="302675"/>
                  </a:cubicBezTo>
                  <a:cubicBezTo>
                    <a:pt x="3596328" y="324572"/>
                    <a:pt x="3470548" y="319126"/>
                    <a:pt x="3342400" y="301674"/>
                  </a:cubicBezTo>
                  <a:cubicBezTo>
                    <a:pt x="3291559" y="306232"/>
                    <a:pt x="3234868" y="334799"/>
                    <a:pt x="3153382" y="314791"/>
                  </a:cubicBezTo>
                  <a:cubicBezTo>
                    <a:pt x="3043621" y="343802"/>
                    <a:pt x="2875915" y="384374"/>
                    <a:pt x="2697762" y="383929"/>
                  </a:cubicBezTo>
                  <a:cubicBezTo>
                    <a:pt x="2668789" y="408383"/>
                    <a:pt x="2620455" y="401492"/>
                    <a:pt x="2567943" y="428280"/>
                  </a:cubicBezTo>
                  <a:cubicBezTo>
                    <a:pt x="2565296" y="410273"/>
                    <a:pt x="2510137" y="417164"/>
                    <a:pt x="2488965" y="421499"/>
                  </a:cubicBezTo>
                  <a:cubicBezTo>
                    <a:pt x="2484090" y="410273"/>
                    <a:pt x="2461664" y="395378"/>
                    <a:pt x="2447317" y="418721"/>
                  </a:cubicBezTo>
                  <a:cubicBezTo>
                    <a:pt x="2406365" y="383484"/>
                    <a:pt x="2188793" y="464628"/>
                    <a:pt x="1872324" y="497085"/>
                  </a:cubicBezTo>
                  <a:cubicBezTo>
                    <a:pt x="1765627" y="508200"/>
                    <a:pt x="1685535" y="512758"/>
                    <a:pt x="1560173" y="518982"/>
                  </a:cubicBezTo>
                  <a:cubicBezTo>
                    <a:pt x="1482588" y="471741"/>
                    <a:pt x="1388706" y="531876"/>
                    <a:pt x="1307499" y="544881"/>
                  </a:cubicBezTo>
                  <a:cubicBezTo>
                    <a:pt x="1178516" y="492194"/>
                    <a:pt x="1008720" y="604238"/>
                    <a:pt x="832656" y="552773"/>
                  </a:cubicBezTo>
                  <a:cubicBezTo>
                    <a:pt x="657428" y="607017"/>
                    <a:pt x="547946" y="570336"/>
                    <a:pt x="300983" y="581007"/>
                  </a:cubicBezTo>
                  <a:cubicBezTo>
                    <a:pt x="0" y="640586"/>
                    <a:pt x="156956" y="189408"/>
                    <a:pt x="95250" y="2844898"/>
                  </a:cubicBezTo>
                  <a:cubicBezTo>
                    <a:pt x="126590" y="2854458"/>
                    <a:pt x="93091" y="3445913"/>
                    <a:pt x="113497" y="4167419"/>
                  </a:cubicBezTo>
                  <a:cubicBezTo>
                    <a:pt x="91059" y="4186427"/>
                    <a:pt x="118233" y="4244005"/>
                    <a:pt x="189550" y="4221774"/>
                  </a:cubicBezTo>
                  <a:cubicBezTo>
                    <a:pt x="214901" y="4246562"/>
                    <a:pt x="241505" y="4254343"/>
                    <a:pt x="311987" y="4266903"/>
                  </a:cubicBezTo>
                  <a:cubicBezTo>
                    <a:pt x="356838" y="4293691"/>
                    <a:pt x="482618" y="4230000"/>
                    <a:pt x="582490" y="4279908"/>
                  </a:cubicBezTo>
                  <a:cubicBezTo>
                    <a:pt x="615223" y="4254120"/>
                    <a:pt x="630266" y="4298026"/>
                    <a:pt x="663557" y="4282909"/>
                  </a:cubicBezTo>
                  <a:cubicBezTo>
                    <a:pt x="672054" y="4284021"/>
                    <a:pt x="724288" y="4237002"/>
                    <a:pt x="737381" y="4273905"/>
                  </a:cubicBezTo>
                  <a:cubicBezTo>
                    <a:pt x="821931" y="4340146"/>
                    <a:pt x="978215" y="4291579"/>
                    <a:pt x="1080873" y="4274684"/>
                  </a:cubicBezTo>
                  <a:cubicBezTo>
                    <a:pt x="1182834" y="4299916"/>
                    <a:pt x="1240221" y="4334811"/>
                    <a:pt x="1489552" y="4285577"/>
                  </a:cubicBezTo>
                  <a:cubicBezTo>
                    <a:pt x="1633440" y="4336590"/>
                    <a:pt x="1725650" y="4263235"/>
                    <a:pt x="1854216" y="4217217"/>
                  </a:cubicBezTo>
                  <a:cubicBezTo>
                    <a:pt x="1950466" y="4271794"/>
                    <a:pt x="2082792" y="4243005"/>
                    <a:pt x="2318612" y="4256010"/>
                  </a:cubicBezTo>
                  <a:cubicBezTo>
                    <a:pt x="2389372" y="4257899"/>
                    <a:pt x="2467932" y="4348019"/>
                    <a:pt x="2556242" y="4262568"/>
                  </a:cubicBezTo>
                  <a:cubicBezTo>
                    <a:pt x="2611262" y="4306585"/>
                    <a:pt x="2748046" y="4247451"/>
                    <a:pt x="2943889" y="4275017"/>
                  </a:cubicBezTo>
                  <a:cubicBezTo>
                    <a:pt x="3067440" y="4189873"/>
                    <a:pt x="3200463" y="4276462"/>
                    <a:pt x="3354240" y="4208658"/>
                  </a:cubicBezTo>
                  <a:cubicBezTo>
                    <a:pt x="3420960" y="4216439"/>
                    <a:pt x="3480995" y="4138297"/>
                    <a:pt x="3570280" y="4146856"/>
                  </a:cubicBezTo>
                  <a:cubicBezTo>
                    <a:pt x="3686588" y="4137963"/>
                    <a:pt x="3814178" y="4098170"/>
                    <a:pt x="3967399" y="4119734"/>
                  </a:cubicBezTo>
                  <a:cubicBezTo>
                    <a:pt x="4089975" y="4092390"/>
                    <a:pt x="4283449" y="4064601"/>
                    <a:pt x="4451713" y="4127403"/>
                  </a:cubicBezTo>
                  <a:cubicBezTo>
                    <a:pt x="4446420" y="4093612"/>
                    <a:pt x="4636970" y="4104172"/>
                    <a:pt x="4771665" y="4081274"/>
                  </a:cubicBezTo>
                  <a:cubicBezTo>
                    <a:pt x="4760939" y="4053819"/>
                    <a:pt x="4852732" y="4089055"/>
                    <a:pt x="4890480" y="4065601"/>
                  </a:cubicBezTo>
                  <a:cubicBezTo>
                    <a:pt x="4921681" y="4032922"/>
                    <a:pt x="4965975" y="4051374"/>
                    <a:pt x="5010131" y="4040925"/>
                  </a:cubicBezTo>
                  <a:cubicBezTo>
                    <a:pt x="5009713" y="4015137"/>
                    <a:pt x="5031303" y="4057598"/>
                    <a:pt x="5077547" y="4029809"/>
                  </a:cubicBezTo>
                  <a:cubicBezTo>
                    <a:pt x="5074901" y="4034589"/>
                    <a:pt x="5125464" y="3982124"/>
                    <a:pt x="5150814" y="3999464"/>
                  </a:cubicBezTo>
                  <a:cubicBezTo>
                    <a:pt x="5252218" y="4018916"/>
                    <a:pt x="5333982" y="4017027"/>
                    <a:pt x="5472158" y="3971565"/>
                  </a:cubicBezTo>
                  <a:cubicBezTo>
                    <a:pt x="5572587" y="4020472"/>
                    <a:pt x="5745587" y="3960560"/>
                    <a:pt x="5849219" y="3941552"/>
                  </a:cubicBezTo>
                  <a:cubicBezTo>
                    <a:pt x="5853955" y="3893756"/>
                    <a:pt x="6220708" y="3905538"/>
                    <a:pt x="6508901" y="3982902"/>
                  </a:cubicBezTo>
                  <a:cubicBezTo>
                    <a:pt x="6613787" y="3989682"/>
                    <a:pt x="6676050" y="3954447"/>
                    <a:pt x="6780797" y="3987571"/>
                  </a:cubicBezTo>
                  <a:cubicBezTo>
                    <a:pt x="6836931" y="3955113"/>
                    <a:pt x="6917859" y="3963895"/>
                    <a:pt x="7022467" y="3959559"/>
                  </a:cubicBezTo>
                  <a:cubicBezTo>
                    <a:pt x="7027481" y="3961227"/>
                    <a:pt x="7031520" y="3961227"/>
                    <a:pt x="7035002" y="3959671"/>
                  </a:cubicBezTo>
                  <a:cubicBezTo>
                    <a:pt x="7034445" y="3959337"/>
                    <a:pt x="7034027" y="3959115"/>
                    <a:pt x="7033471" y="3958670"/>
                  </a:cubicBezTo>
                  <a:cubicBezTo>
                    <a:pt x="7034445" y="3959115"/>
                    <a:pt x="7034585" y="3959115"/>
                    <a:pt x="7035142" y="3959559"/>
                  </a:cubicBezTo>
                  <a:cubicBezTo>
                    <a:pt x="7069280" y="3943109"/>
                    <a:pt x="7029570" y="3763927"/>
                    <a:pt x="7056454" y="3635210"/>
                  </a:cubicBezTo>
                  <a:close/>
                </a:path>
              </a:pathLst>
            </a:custGeom>
            <a:blipFill rotWithShape="0">
              <a:blip r:embed="rId6"/>
              <a:stretch>
                <a:fillRect l="-360664" t="-387942" r="-229262" b="-454215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5" name="CustomShape 9"/>
          <p:cNvSpPr/>
          <p:nvPr/>
        </p:nvSpPr>
        <p:spPr>
          <a:xfrm>
            <a:off x="2473920" y="7419240"/>
            <a:ext cx="5652000" cy="5734800"/>
          </a:xfrm>
          <a:custGeom>
            <a:avLst/>
            <a:gdLst/>
            <a:ahLst/>
            <a:rect l="l" t="t" r="r" b="b"/>
            <a:pathLst>
              <a:path w="5652356" h="5735250">
                <a:moveTo>
                  <a:pt x="0" y="0"/>
                </a:moveTo>
                <a:lnTo>
                  <a:pt x="5652356" y="0"/>
                </a:lnTo>
                <a:lnTo>
                  <a:pt x="5652356" y="5735250"/>
                </a:lnTo>
                <a:lnTo>
                  <a:pt x="0" y="57352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ustomShape 10"/>
          <p:cNvSpPr/>
          <p:nvPr/>
        </p:nvSpPr>
        <p:spPr>
          <a:xfrm>
            <a:off x="-2718360" y="3420360"/>
            <a:ext cx="3746520" cy="6522120"/>
          </a:xfrm>
          <a:custGeom>
            <a:avLst/>
            <a:gdLst/>
            <a:ahLst/>
            <a:rect l="l" t="t" r="r" b="b"/>
            <a:pathLst>
              <a:path w="3746950" h="6522469">
                <a:moveTo>
                  <a:pt x="0" y="0"/>
                </a:moveTo>
                <a:lnTo>
                  <a:pt x="3746950" y="0"/>
                </a:lnTo>
                <a:lnTo>
                  <a:pt x="3746950" y="6522469"/>
                </a:lnTo>
                <a:lnTo>
                  <a:pt x="0" y="65224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CustomShape 11"/>
          <p:cNvSpPr/>
          <p:nvPr/>
        </p:nvSpPr>
        <p:spPr>
          <a:xfrm rot="20305800">
            <a:off x="14993280" y="7088040"/>
            <a:ext cx="1279440" cy="1793880"/>
          </a:xfrm>
          <a:custGeom>
            <a:avLst/>
            <a:gdLst/>
            <a:ahLst/>
            <a:rect l="l" t="t" r="r" b="b"/>
            <a:pathLst>
              <a:path w="1279794" h="1794222">
                <a:moveTo>
                  <a:pt x="0" y="0"/>
                </a:moveTo>
                <a:lnTo>
                  <a:pt x="1279794" y="0"/>
                </a:lnTo>
                <a:lnTo>
                  <a:pt x="1279794" y="1794222"/>
                </a:lnTo>
                <a:lnTo>
                  <a:pt x="0" y="17942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CustomShape 12"/>
          <p:cNvSpPr/>
          <p:nvPr/>
        </p:nvSpPr>
        <p:spPr>
          <a:xfrm>
            <a:off x="2241000" y="2235240"/>
            <a:ext cx="6503040" cy="109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8640"/>
              </a:lnSpc>
            </a:pPr>
            <a:r>
              <a:rPr b="0" lang="en-US" sz="9600" spc="-1" strike="noStrike">
                <a:solidFill>
                  <a:srgbClr val="333231"/>
                </a:solidFill>
                <a:latin typeface="Fredoka"/>
                <a:ea typeface="Fredoka"/>
              </a:rPr>
              <a:t>My Dream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159" name="CustomShape 13"/>
          <p:cNvSpPr/>
          <p:nvPr/>
        </p:nvSpPr>
        <p:spPr>
          <a:xfrm>
            <a:off x="2241000" y="3895920"/>
            <a:ext cx="7094880" cy="170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4479"/>
              </a:lnSpc>
            </a:pPr>
            <a:r>
              <a:rPr b="1" lang="en-US" sz="3200" spc="-1" strike="noStrike">
                <a:solidFill>
                  <a:srgbClr val="333231"/>
                </a:solidFill>
                <a:latin typeface="Quicksand Bold"/>
                <a:ea typeface="Quicksand Bold"/>
              </a:rPr>
              <a:t>My dream is to build an art school for underprivileged children.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0" name="CustomShape 14"/>
          <p:cNvSpPr/>
          <p:nvPr/>
        </p:nvSpPr>
        <p:spPr>
          <a:xfrm flipH="1">
            <a:off x="10157400" y="1165680"/>
            <a:ext cx="687240" cy="693360"/>
          </a:xfrm>
          <a:custGeom>
            <a:avLst/>
            <a:gdLst/>
            <a:ahLst/>
            <a:rect l="l" t="t" r="r" b="b"/>
            <a:pathLst>
              <a:path w="687435" h="693689">
                <a:moveTo>
                  <a:pt x="687435" y="0"/>
                </a:moveTo>
                <a:lnTo>
                  <a:pt x="0" y="0"/>
                </a:lnTo>
                <a:lnTo>
                  <a:pt x="0" y="693689"/>
                </a:lnTo>
                <a:lnTo>
                  <a:pt x="687435" y="693689"/>
                </a:lnTo>
                <a:lnTo>
                  <a:pt x="687435" y="0"/>
                </a:lnTo>
                <a:close/>
              </a:path>
            </a:pathLst>
          </a:custGeom>
          <a:blipFill rotWithShape="0">
            <a:blip r:embed="rId10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15"/>
          <p:cNvSpPr/>
          <p:nvPr/>
        </p:nvSpPr>
        <p:spPr>
          <a:xfrm rot="14938800">
            <a:off x="16977240" y="4343400"/>
            <a:ext cx="563400" cy="558360"/>
          </a:xfrm>
          <a:custGeom>
            <a:avLst/>
            <a:gdLst/>
            <a:ahLst/>
            <a:rect l="l" t="t" r="r" b="b"/>
            <a:pathLst>
              <a:path w="563733" h="558845">
                <a:moveTo>
                  <a:pt x="0" y="0"/>
                </a:moveTo>
                <a:lnTo>
                  <a:pt x="563732" y="0"/>
                </a:lnTo>
                <a:lnTo>
                  <a:pt x="563732" y="558845"/>
                </a:lnTo>
                <a:lnTo>
                  <a:pt x="0" y="5588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tretch>
              <a:fillRect l="3768613" t="2301109" r="-866843" b="-1986223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CustomShape 16"/>
          <p:cNvSpPr/>
          <p:nvPr/>
        </p:nvSpPr>
        <p:spPr>
          <a:xfrm flipH="1" rot="15784800">
            <a:off x="1820880" y="8161560"/>
            <a:ext cx="840240" cy="848160"/>
          </a:xfrm>
          <a:custGeom>
            <a:avLst/>
            <a:gdLst/>
            <a:ahLst/>
            <a:rect l="l" t="t" r="r" b="b"/>
            <a:pathLst>
              <a:path w="840708" h="848356">
                <a:moveTo>
                  <a:pt x="840708" y="0"/>
                </a:moveTo>
                <a:lnTo>
                  <a:pt x="0" y="0"/>
                </a:lnTo>
                <a:lnTo>
                  <a:pt x="0" y="848357"/>
                </a:lnTo>
                <a:lnTo>
                  <a:pt x="840708" y="848357"/>
                </a:lnTo>
                <a:lnTo>
                  <a:pt x="840708" y="0"/>
                </a:lnTo>
                <a:close/>
              </a:path>
            </a:pathLst>
          </a:custGeom>
          <a:blipFill rotWithShape="0">
            <a:blip r:embed="rId12"/>
            <a:stretch>
              <a:fillRect l="-3779840" t="-4457957" r="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CustomShape 17"/>
          <p:cNvSpPr/>
          <p:nvPr/>
        </p:nvSpPr>
        <p:spPr>
          <a:xfrm>
            <a:off x="16558560" y="712080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0" y="0"/>
                </a:moveTo>
                <a:lnTo>
                  <a:pt x="592046" y="0"/>
                </a:lnTo>
                <a:lnTo>
                  <a:pt x="592046" y="597432"/>
                </a:lnTo>
                <a:lnTo>
                  <a:pt x="0" y="5974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0"/>
            <a:ext cx="18287640" cy="1028664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>
              <a:fillRect l="0" t="-146907" r="0" b="-146907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CustomShape 2"/>
          <p:cNvSpPr/>
          <p:nvPr/>
        </p:nvSpPr>
        <p:spPr>
          <a:xfrm>
            <a:off x="1578600" y="1774440"/>
            <a:ext cx="6548040" cy="6024240"/>
          </a:xfrm>
          <a:custGeom>
            <a:avLst/>
            <a:gdLst/>
            <a:ahLst/>
            <a:rect l="l" t="t" r="r" b="b"/>
            <a:pathLst>
              <a:path w="6548332" h="6024466">
                <a:moveTo>
                  <a:pt x="0" y="0"/>
                </a:moveTo>
                <a:lnTo>
                  <a:pt x="6548333" y="0"/>
                </a:lnTo>
                <a:lnTo>
                  <a:pt x="6548333" y="6024466"/>
                </a:lnTo>
                <a:lnTo>
                  <a:pt x="0" y="602446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66" name="Group 3"/>
          <p:cNvGrpSpPr/>
          <p:nvPr/>
        </p:nvGrpSpPr>
        <p:grpSpPr>
          <a:xfrm>
            <a:off x="2045160" y="2297880"/>
            <a:ext cx="5544360" cy="4262040"/>
            <a:chOff x="2045160" y="2297880"/>
            <a:chExt cx="5544360" cy="4262040"/>
          </a:xfrm>
        </p:grpSpPr>
        <p:sp>
          <p:nvSpPr>
            <p:cNvPr id="167" name="CustomShape 4"/>
            <p:cNvSpPr/>
            <p:nvPr/>
          </p:nvSpPr>
          <p:spPr>
            <a:xfrm>
              <a:off x="2045160" y="2297880"/>
              <a:ext cx="5544360" cy="4262040"/>
            </a:xfrm>
            <a:custGeom>
              <a:avLst/>
              <a:gdLst/>
              <a:ahLst/>
              <a:rect l="l" t="t" r="r" b="b"/>
              <a:pathLst>
                <a:path w="6455029" h="4962271">
                  <a:moveTo>
                    <a:pt x="6422771" y="4524121"/>
                  </a:moveTo>
                  <a:cubicBezTo>
                    <a:pt x="6422771" y="4524121"/>
                    <a:pt x="6422898" y="4524121"/>
                    <a:pt x="6422898" y="4523994"/>
                  </a:cubicBezTo>
                  <a:cubicBezTo>
                    <a:pt x="6423660" y="4524629"/>
                    <a:pt x="6425184" y="4526026"/>
                    <a:pt x="6430391" y="4530217"/>
                  </a:cubicBezTo>
                  <a:cubicBezTo>
                    <a:pt x="6430391" y="4530217"/>
                    <a:pt x="6430264" y="4530090"/>
                    <a:pt x="6422771" y="4524121"/>
                  </a:cubicBezTo>
                  <a:close/>
                  <a:moveTo>
                    <a:pt x="6442202" y="4153408"/>
                  </a:moveTo>
                  <a:cubicBezTo>
                    <a:pt x="6412357" y="3041523"/>
                    <a:pt x="6434963" y="1872361"/>
                    <a:pt x="6434963" y="802513"/>
                  </a:cubicBezTo>
                  <a:cubicBezTo>
                    <a:pt x="6429756" y="557530"/>
                    <a:pt x="6423025" y="232664"/>
                    <a:pt x="6435471" y="0"/>
                  </a:cubicBezTo>
                  <a:cubicBezTo>
                    <a:pt x="6340856" y="43815"/>
                    <a:pt x="6292723" y="17653"/>
                    <a:pt x="6189345" y="30353"/>
                  </a:cubicBezTo>
                  <a:cubicBezTo>
                    <a:pt x="6158230" y="54610"/>
                    <a:pt x="6113653" y="95250"/>
                    <a:pt x="6032754" y="100838"/>
                  </a:cubicBezTo>
                  <a:cubicBezTo>
                    <a:pt x="6051296" y="140081"/>
                    <a:pt x="5826633" y="118237"/>
                    <a:pt x="5609463" y="140970"/>
                  </a:cubicBezTo>
                  <a:cubicBezTo>
                    <a:pt x="5598033" y="165735"/>
                    <a:pt x="5531739" y="104521"/>
                    <a:pt x="5356733" y="101854"/>
                  </a:cubicBezTo>
                  <a:cubicBezTo>
                    <a:pt x="5354828" y="118110"/>
                    <a:pt x="5116703" y="153416"/>
                    <a:pt x="4944872" y="100965"/>
                  </a:cubicBezTo>
                  <a:cubicBezTo>
                    <a:pt x="4882007" y="161544"/>
                    <a:pt x="4821047" y="124968"/>
                    <a:pt x="4739132" y="121412"/>
                  </a:cubicBezTo>
                  <a:cubicBezTo>
                    <a:pt x="4621657" y="144526"/>
                    <a:pt x="4459605" y="124206"/>
                    <a:pt x="4311396" y="172085"/>
                  </a:cubicBezTo>
                  <a:cubicBezTo>
                    <a:pt x="4219067" y="133223"/>
                    <a:pt x="4027424" y="199009"/>
                    <a:pt x="3931031" y="196723"/>
                  </a:cubicBezTo>
                  <a:cubicBezTo>
                    <a:pt x="3885819" y="136779"/>
                    <a:pt x="3722116" y="352171"/>
                    <a:pt x="3575812" y="303657"/>
                  </a:cubicBezTo>
                  <a:cubicBezTo>
                    <a:pt x="3504692" y="355600"/>
                    <a:pt x="3449828" y="374396"/>
                    <a:pt x="3392551" y="345821"/>
                  </a:cubicBezTo>
                  <a:cubicBezTo>
                    <a:pt x="3287395" y="370840"/>
                    <a:pt x="3172714" y="364617"/>
                    <a:pt x="3055874" y="344678"/>
                  </a:cubicBezTo>
                  <a:cubicBezTo>
                    <a:pt x="3009519" y="349885"/>
                    <a:pt x="2957830" y="382524"/>
                    <a:pt x="2883535" y="359664"/>
                  </a:cubicBezTo>
                  <a:cubicBezTo>
                    <a:pt x="2783459" y="392811"/>
                    <a:pt x="2630551" y="439166"/>
                    <a:pt x="2468118" y="438658"/>
                  </a:cubicBezTo>
                  <a:cubicBezTo>
                    <a:pt x="2441702" y="466598"/>
                    <a:pt x="2397633" y="458724"/>
                    <a:pt x="2349754" y="489331"/>
                  </a:cubicBezTo>
                  <a:cubicBezTo>
                    <a:pt x="2347341" y="468757"/>
                    <a:pt x="2297049" y="476631"/>
                    <a:pt x="2277745" y="481584"/>
                  </a:cubicBezTo>
                  <a:cubicBezTo>
                    <a:pt x="2273300" y="468757"/>
                    <a:pt x="2252853" y="451739"/>
                    <a:pt x="2239772" y="478409"/>
                  </a:cubicBezTo>
                  <a:cubicBezTo>
                    <a:pt x="2202434" y="438150"/>
                    <a:pt x="2004060" y="530860"/>
                    <a:pt x="1715516" y="567944"/>
                  </a:cubicBezTo>
                  <a:cubicBezTo>
                    <a:pt x="1618234" y="580644"/>
                    <a:pt x="1545209" y="585851"/>
                    <a:pt x="1430909" y="592963"/>
                  </a:cubicBezTo>
                  <a:cubicBezTo>
                    <a:pt x="1360170" y="538988"/>
                    <a:pt x="1274572" y="607695"/>
                    <a:pt x="1200531" y="622554"/>
                  </a:cubicBezTo>
                  <a:cubicBezTo>
                    <a:pt x="1082929" y="562356"/>
                    <a:pt x="928116" y="690372"/>
                    <a:pt x="767588" y="631571"/>
                  </a:cubicBezTo>
                  <a:cubicBezTo>
                    <a:pt x="607822" y="693547"/>
                    <a:pt x="508000" y="651637"/>
                    <a:pt x="282829" y="663829"/>
                  </a:cubicBezTo>
                  <a:cubicBezTo>
                    <a:pt x="0" y="731901"/>
                    <a:pt x="151511" y="216408"/>
                    <a:pt x="95250" y="3250438"/>
                  </a:cubicBezTo>
                  <a:cubicBezTo>
                    <a:pt x="123825" y="3261360"/>
                    <a:pt x="93091" y="3937127"/>
                    <a:pt x="111887" y="4761484"/>
                  </a:cubicBezTo>
                  <a:cubicBezTo>
                    <a:pt x="91059" y="4783201"/>
                    <a:pt x="116205" y="4848987"/>
                    <a:pt x="181229" y="4823587"/>
                  </a:cubicBezTo>
                  <a:cubicBezTo>
                    <a:pt x="204343" y="4851908"/>
                    <a:pt x="228600" y="4860798"/>
                    <a:pt x="292862" y="4875149"/>
                  </a:cubicBezTo>
                  <a:cubicBezTo>
                    <a:pt x="333756" y="4905756"/>
                    <a:pt x="448437" y="4832985"/>
                    <a:pt x="539496" y="4890008"/>
                  </a:cubicBezTo>
                  <a:cubicBezTo>
                    <a:pt x="569341" y="4860544"/>
                    <a:pt x="583057" y="4910709"/>
                    <a:pt x="613410" y="4893437"/>
                  </a:cubicBezTo>
                  <a:cubicBezTo>
                    <a:pt x="621157" y="4894707"/>
                    <a:pt x="668782" y="4840986"/>
                    <a:pt x="680720" y="4883150"/>
                  </a:cubicBezTo>
                  <a:cubicBezTo>
                    <a:pt x="757809" y="4954397"/>
                    <a:pt x="900303" y="4903343"/>
                    <a:pt x="993902" y="4884039"/>
                  </a:cubicBezTo>
                  <a:cubicBezTo>
                    <a:pt x="1086866" y="4912868"/>
                    <a:pt x="1139190" y="4949063"/>
                    <a:pt x="1366520" y="4896485"/>
                  </a:cubicBezTo>
                  <a:cubicBezTo>
                    <a:pt x="1497711" y="4950841"/>
                    <a:pt x="1581785" y="4870958"/>
                    <a:pt x="1699006" y="4818380"/>
                  </a:cubicBezTo>
                  <a:cubicBezTo>
                    <a:pt x="1786763" y="4880737"/>
                    <a:pt x="1907413" y="4847844"/>
                    <a:pt x="2122424" y="4862703"/>
                  </a:cubicBezTo>
                  <a:cubicBezTo>
                    <a:pt x="2186940" y="4864862"/>
                    <a:pt x="2258568" y="4962271"/>
                    <a:pt x="2339086" y="4870196"/>
                  </a:cubicBezTo>
                  <a:cubicBezTo>
                    <a:pt x="2389251" y="4920488"/>
                    <a:pt x="2513965" y="4852924"/>
                    <a:pt x="2692527" y="4884420"/>
                  </a:cubicBezTo>
                  <a:cubicBezTo>
                    <a:pt x="2805176" y="4787138"/>
                    <a:pt x="2926461" y="4886071"/>
                    <a:pt x="3066669" y="4808601"/>
                  </a:cubicBezTo>
                  <a:cubicBezTo>
                    <a:pt x="3127502" y="4817491"/>
                    <a:pt x="3182239" y="4728210"/>
                    <a:pt x="3263646" y="4737989"/>
                  </a:cubicBezTo>
                  <a:cubicBezTo>
                    <a:pt x="3369691" y="4727829"/>
                    <a:pt x="3486023" y="4682363"/>
                    <a:pt x="3625723" y="4707001"/>
                  </a:cubicBezTo>
                  <a:cubicBezTo>
                    <a:pt x="3737483" y="4675759"/>
                    <a:pt x="3913886" y="4644009"/>
                    <a:pt x="4067302" y="4715764"/>
                  </a:cubicBezTo>
                  <a:cubicBezTo>
                    <a:pt x="4062476" y="4677156"/>
                    <a:pt x="4236212" y="4689221"/>
                    <a:pt x="4359021" y="4663059"/>
                  </a:cubicBezTo>
                  <a:cubicBezTo>
                    <a:pt x="4349242" y="4631690"/>
                    <a:pt x="4432935" y="4671949"/>
                    <a:pt x="4467352" y="4645152"/>
                  </a:cubicBezTo>
                  <a:cubicBezTo>
                    <a:pt x="4495800" y="4607814"/>
                    <a:pt x="4536186" y="4628896"/>
                    <a:pt x="4576445" y="4616958"/>
                  </a:cubicBezTo>
                  <a:cubicBezTo>
                    <a:pt x="4576064" y="4587494"/>
                    <a:pt x="4595749" y="4636008"/>
                    <a:pt x="4637913" y="4604258"/>
                  </a:cubicBezTo>
                  <a:cubicBezTo>
                    <a:pt x="4635500" y="4609719"/>
                    <a:pt x="4681601" y="4549775"/>
                    <a:pt x="4704715" y="4569587"/>
                  </a:cubicBezTo>
                  <a:cubicBezTo>
                    <a:pt x="4797171" y="4591812"/>
                    <a:pt x="4871720" y="4589653"/>
                    <a:pt x="4997704" y="4537710"/>
                  </a:cubicBezTo>
                  <a:cubicBezTo>
                    <a:pt x="5089271" y="4593590"/>
                    <a:pt x="5247005" y="4525137"/>
                    <a:pt x="5341493" y="4503420"/>
                  </a:cubicBezTo>
                  <a:cubicBezTo>
                    <a:pt x="5345811" y="4448810"/>
                    <a:pt x="5680202" y="4462272"/>
                    <a:pt x="5942965" y="4550664"/>
                  </a:cubicBezTo>
                  <a:cubicBezTo>
                    <a:pt x="6038596" y="4558411"/>
                    <a:pt x="6095365" y="4518152"/>
                    <a:pt x="6190869" y="4555998"/>
                  </a:cubicBezTo>
                  <a:cubicBezTo>
                    <a:pt x="6242050" y="4518914"/>
                    <a:pt x="6315837" y="4528947"/>
                    <a:pt x="6411214" y="4523994"/>
                  </a:cubicBezTo>
                  <a:cubicBezTo>
                    <a:pt x="6415786" y="4525899"/>
                    <a:pt x="6419469" y="4525899"/>
                    <a:pt x="6422644" y="4524121"/>
                  </a:cubicBezTo>
                  <a:cubicBezTo>
                    <a:pt x="6422136" y="4523740"/>
                    <a:pt x="6421755" y="4523486"/>
                    <a:pt x="6421247" y="4522978"/>
                  </a:cubicBezTo>
                  <a:cubicBezTo>
                    <a:pt x="6422136" y="4523486"/>
                    <a:pt x="6422263" y="4523486"/>
                    <a:pt x="6422771" y="4523994"/>
                  </a:cubicBezTo>
                  <a:cubicBezTo>
                    <a:pt x="6455029" y="4505198"/>
                    <a:pt x="6417691" y="4300474"/>
                    <a:pt x="6442202" y="4153408"/>
                  </a:cubicBezTo>
                  <a:close/>
                </a:path>
              </a:pathLst>
            </a:custGeom>
            <a:blipFill rotWithShape="0">
              <a:blip r:embed="rId3"/>
              <a:stretch>
                <a:fillRect l="-217223" t="0" r="-217223" b="0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8" name="CustomShape 5"/>
          <p:cNvSpPr/>
          <p:nvPr/>
        </p:nvSpPr>
        <p:spPr>
          <a:xfrm>
            <a:off x="10278000" y="2347560"/>
            <a:ext cx="6661440" cy="219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8640"/>
              </a:lnSpc>
            </a:pPr>
            <a:r>
              <a:rPr b="0" lang="en-US" sz="9600" spc="-1" strike="noStrike">
                <a:solidFill>
                  <a:srgbClr val="333231"/>
                </a:solidFill>
                <a:latin typeface="Fredoka"/>
                <a:ea typeface="Fredoka"/>
              </a:rPr>
              <a:t>My Family Portrait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169" name="CustomShape 6"/>
          <p:cNvSpPr/>
          <p:nvPr/>
        </p:nvSpPr>
        <p:spPr>
          <a:xfrm flipH="1">
            <a:off x="10278000" y="6868440"/>
            <a:ext cx="5502960" cy="930240"/>
          </a:xfrm>
          <a:custGeom>
            <a:avLst/>
            <a:gdLst/>
            <a:ahLst/>
            <a:rect l="l" t="t" r="r" b="b"/>
            <a:pathLst>
              <a:path w="5503439" h="930581">
                <a:moveTo>
                  <a:pt x="5503439" y="0"/>
                </a:moveTo>
                <a:lnTo>
                  <a:pt x="0" y="0"/>
                </a:lnTo>
                <a:lnTo>
                  <a:pt x="0" y="930582"/>
                </a:lnTo>
                <a:lnTo>
                  <a:pt x="5503439" y="930582"/>
                </a:lnTo>
                <a:lnTo>
                  <a:pt x="5503439" y="0"/>
                </a:lnTo>
                <a:close/>
              </a:path>
            </a:pathLst>
          </a:cu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7"/>
          <p:cNvSpPr/>
          <p:nvPr/>
        </p:nvSpPr>
        <p:spPr>
          <a:xfrm>
            <a:off x="4606560" y="5488200"/>
            <a:ext cx="4537080" cy="3769920"/>
          </a:xfrm>
          <a:custGeom>
            <a:avLst/>
            <a:gdLst/>
            <a:ahLst/>
            <a:rect l="l" t="t" r="r" b="b"/>
            <a:pathLst>
              <a:path w="4537486" h="3770238">
                <a:moveTo>
                  <a:pt x="0" y="0"/>
                </a:moveTo>
                <a:lnTo>
                  <a:pt x="4537486" y="0"/>
                </a:lnTo>
                <a:lnTo>
                  <a:pt x="4537486" y="3770238"/>
                </a:lnTo>
                <a:lnTo>
                  <a:pt x="0" y="37702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1" name="Group 8"/>
          <p:cNvGrpSpPr/>
          <p:nvPr/>
        </p:nvGrpSpPr>
        <p:grpSpPr>
          <a:xfrm>
            <a:off x="4821480" y="5985000"/>
            <a:ext cx="4060080" cy="2496960"/>
            <a:chOff x="4821480" y="5985000"/>
            <a:chExt cx="4060080" cy="2496960"/>
          </a:xfrm>
        </p:grpSpPr>
        <p:sp>
          <p:nvSpPr>
            <p:cNvPr id="172" name="CustomShape 9"/>
            <p:cNvSpPr/>
            <p:nvPr/>
          </p:nvSpPr>
          <p:spPr>
            <a:xfrm>
              <a:off x="4821480" y="5985000"/>
              <a:ext cx="4060080" cy="2496960"/>
            </a:xfrm>
            <a:custGeom>
              <a:avLst/>
              <a:gdLst/>
              <a:ahLst/>
              <a:rect l="l" t="t" r="r" b="b"/>
              <a:pathLst>
                <a:path w="7069280" h="4348019">
                  <a:moveTo>
                    <a:pt x="7035142" y="3959671"/>
                  </a:moveTo>
                  <a:cubicBezTo>
                    <a:pt x="7035142" y="3959671"/>
                    <a:pt x="7035281" y="3959671"/>
                    <a:pt x="7035281" y="3959559"/>
                  </a:cubicBezTo>
                  <a:cubicBezTo>
                    <a:pt x="7036117" y="3960116"/>
                    <a:pt x="7037789" y="3961338"/>
                    <a:pt x="7043500" y="3965006"/>
                  </a:cubicBezTo>
                  <a:cubicBezTo>
                    <a:pt x="7043500" y="3965006"/>
                    <a:pt x="7043360" y="3964895"/>
                    <a:pt x="7035142" y="3959671"/>
                  </a:cubicBezTo>
                  <a:close/>
                  <a:moveTo>
                    <a:pt x="7056454" y="3635210"/>
                  </a:moveTo>
                  <a:cubicBezTo>
                    <a:pt x="7023720" y="2662049"/>
                    <a:pt x="7048514" y="1638757"/>
                    <a:pt x="7048514" y="702388"/>
                  </a:cubicBezTo>
                  <a:cubicBezTo>
                    <a:pt x="7042803" y="487970"/>
                    <a:pt x="7035420" y="203636"/>
                    <a:pt x="7049071" y="0"/>
                  </a:cubicBezTo>
                  <a:cubicBezTo>
                    <a:pt x="6945299" y="38348"/>
                    <a:pt x="6892509" y="15451"/>
                    <a:pt x="6779125" y="26566"/>
                  </a:cubicBezTo>
                  <a:cubicBezTo>
                    <a:pt x="6744999" y="47797"/>
                    <a:pt x="6696108" y="83366"/>
                    <a:pt x="6607380" y="88257"/>
                  </a:cubicBezTo>
                  <a:cubicBezTo>
                    <a:pt x="6627716" y="122604"/>
                    <a:pt x="6381310" y="103485"/>
                    <a:pt x="6143123" y="123382"/>
                  </a:cubicBezTo>
                  <a:cubicBezTo>
                    <a:pt x="6130587" y="145057"/>
                    <a:pt x="6057877" y="91481"/>
                    <a:pt x="5865934" y="89146"/>
                  </a:cubicBezTo>
                  <a:cubicBezTo>
                    <a:pt x="5863845" y="103374"/>
                    <a:pt x="5602674" y="134275"/>
                    <a:pt x="5414214" y="88368"/>
                  </a:cubicBezTo>
                  <a:cubicBezTo>
                    <a:pt x="5345264" y="141389"/>
                    <a:pt x="5278405" y="109376"/>
                    <a:pt x="5188562" y="106264"/>
                  </a:cubicBezTo>
                  <a:cubicBezTo>
                    <a:pt x="5059718" y="126494"/>
                    <a:pt x="4881983" y="108710"/>
                    <a:pt x="4719431" y="150615"/>
                  </a:cubicBezTo>
                  <a:cubicBezTo>
                    <a:pt x="4618166" y="116602"/>
                    <a:pt x="4407976" y="174180"/>
                    <a:pt x="4302254" y="172179"/>
                  </a:cubicBezTo>
                  <a:cubicBezTo>
                    <a:pt x="4252666" y="119714"/>
                    <a:pt x="4073121" y="308233"/>
                    <a:pt x="3912657" y="265771"/>
                  </a:cubicBezTo>
                  <a:cubicBezTo>
                    <a:pt x="3834655" y="311234"/>
                    <a:pt x="3774481" y="327685"/>
                    <a:pt x="3711661" y="302675"/>
                  </a:cubicBezTo>
                  <a:cubicBezTo>
                    <a:pt x="3596328" y="324572"/>
                    <a:pt x="3470548" y="319126"/>
                    <a:pt x="3342400" y="301674"/>
                  </a:cubicBezTo>
                  <a:cubicBezTo>
                    <a:pt x="3291559" y="306232"/>
                    <a:pt x="3234868" y="334799"/>
                    <a:pt x="3153382" y="314791"/>
                  </a:cubicBezTo>
                  <a:cubicBezTo>
                    <a:pt x="3043621" y="343802"/>
                    <a:pt x="2875915" y="384374"/>
                    <a:pt x="2697762" y="383929"/>
                  </a:cubicBezTo>
                  <a:cubicBezTo>
                    <a:pt x="2668789" y="408383"/>
                    <a:pt x="2620455" y="401492"/>
                    <a:pt x="2567943" y="428280"/>
                  </a:cubicBezTo>
                  <a:cubicBezTo>
                    <a:pt x="2565296" y="410273"/>
                    <a:pt x="2510137" y="417164"/>
                    <a:pt x="2488965" y="421499"/>
                  </a:cubicBezTo>
                  <a:cubicBezTo>
                    <a:pt x="2484090" y="410273"/>
                    <a:pt x="2461664" y="395378"/>
                    <a:pt x="2447317" y="418721"/>
                  </a:cubicBezTo>
                  <a:cubicBezTo>
                    <a:pt x="2406365" y="383484"/>
                    <a:pt x="2188793" y="464628"/>
                    <a:pt x="1872324" y="497085"/>
                  </a:cubicBezTo>
                  <a:cubicBezTo>
                    <a:pt x="1765627" y="508200"/>
                    <a:pt x="1685535" y="512758"/>
                    <a:pt x="1560173" y="518982"/>
                  </a:cubicBezTo>
                  <a:cubicBezTo>
                    <a:pt x="1482588" y="471741"/>
                    <a:pt x="1388706" y="531876"/>
                    <a:pt x="1307499" y="544881"/>
                  </a:cubicBezTo>
                  <a:cubicBezTo>
                    <a:pt x="1178516" y="492194"/>
                    <a:pt x="1008720" y="604238"/>
                    <a:pt x="832656" y="552773"/>
                  </a:cubicBezTo>
                  <a:cubicBezTo>
                    <a:pt x="657428" y="607017"/>
                    <a:pt x="547946" y="570336"/>
                    <a:pt x="300983" y="581007"/>
                  </a:cubicBezTo>
                  <a:cubicBezTo>
                    <a:pt x="0" y="640586"/>
                    <a:pt x="156956" y="189408"/>
                    <a:pt x="95250" y="2844898"/>
                  </a:cubicBezTo>
                  <a:cubicBezTo>
                    <a:pt x="126590" y="2854458"/>
                    <a:pt x="93091" y="3445913"/>
                    <a:pt x="113497" y="4167419"/>
                  </a:cubicBezTo>
                  <a:cubicBezTo>
                    <a:pt x="91059" y="4186427"/>
                    <a:pt x="118233" y="4244005"/>
                    <a:pt x="189550" y="4221774"/>
                  </a:cubicBezTo>
                  <a:cubicBezTo>
                    <a:pt x="214901" y="4246562"/>
                    <a:pt x="241505" y="4254343"/>
                    <a:pt x="311987" y="4266903"/>
                  </a:cubicBezTo>
                  <a:cubicBezTo>
                    <a:pt x="356838" y="4293691"/>
                    <a:pt x="482618" y="4230000"/>
                    <a:pt x="582490" y="4279908"/>
                  </a:cubicBezTo>
                  <a:cubicBezTo>
                    <a:pt x="615223" y="4254120"/>
                    <a:pt x="630266" y="4298026"/>
                    <a:pt x="663557" y="4282909"/>
                  </a:cubicBezTo>
                  <a:cubicBezTo>
                    <a:pt x="672054" y="4284021"/>
                    <a:pt x="724288" y="4237002"/>
                    <a:pt x="737381" y="4273905"/>
                  </a:cubicBezTo>
                  <a:cubicBezTo>
                    <a:pt x="821931" y="4340146"/>
                    <a:pt x="978215" y="4291579"/>
                    <a:pt x="1080873" y="4274684"/>
                  </a:cubicBezTo>
                  <a:cubicBezTo>
                    <a:pt x="1182834" y="4299916"/>
                    <a:pt x="1240221" y="4334811"/>
                    <a:pt x="1489552" y="4285577"/>
                  </a:cubicBezTo>
                  <a:cubicBezTo>
                    <a:pt x="1633440" y="4336590"/>
                    <a:pt x="1725650" y="4263235"/>
                    <a:pt x="1854216" y="4217217"/>
                  </a:cubicBezTo>
                  <a:cubicBezTo>
                    <a:pt x="1950466" y="4271794"/>
                    <a:pt x="2082792" y="4243005"/>
                    <a:pt x="2318612" y="4256010"/>
                  </a:cubicBezTo>
                  <a:cubicBezTo>
                    <a:pt x="2389372" y="4257899"/>
                    <a:pt x="2467932" y="4348019"/>
                    <a:pt x="2556242" y="4262568"/>
                  </a:cubicBezTo>
                  <a:cubicBezTo>
                    <a:pt x="2611262" y="4306585"/>
                    <a:pt x="2748046" y="4247451"/>
                    <a:pt x="2943889" y="4275017"/>
                  </a:cubicBezTo>
                  <a:cubicBezTo>
                    <a:pt x="3067440" y="4189873"/>
                    <a:pt x="3200463" y="4276462"/>
                    <a:pt x="3354240" y="4208658"/>
                  </a:cubicBezTo>
                  <a:cubicBezTo>
                    <a:pt x="3420960" y="4216439"/>
                    <a:pt x="3480995" y="4138297"/>
                    <a:pt x="3570280" y="4146856"/>
                  </a:cubicBezTo>
                  <a:cubicBezTo>
                    <a:pt x="3686588" y="4137963"/>
                    <a:pt x="3814178" y="4098170"/>
                    <a:pt x="3967399" y="4119734"/>
                  </a:cubicBezTo>
                  <a:cubicBezTo>
                    <a:pt x="4089975" y="4092390"/>
                    <a:pt x="4283449" y="4064601"/>
                    <a:pt x="4451713" y="4127403"/>
                  </a:cubicBezTo>
                  <a:cubicBezTo>
                    <a:pt x="4446420" y="4093612"/>
                    <a:pt x="4636970" y="4104172"/>
                    <a:pt x="4771665" y="4081274"/>
                  </a:cubicBezTo>
                  <a:cubicBezTo>
                    <a:pt x="4760939" y="4053819"/>
                    <a:pt x="4852732" y="4089055"/>
                    <a:pt x="4890480" y="4065601"/>
                  </a:cubicBezTo>
                  <a:cubicBezTo>
                    <a:pt x="4921681" y="4032922"/>
                    <a:pt x="4965975" y="4051374"/>
                    <a:pt x="5010131" y="4040925"/>
                  </a:cubicBezTo>
                  <a:cubicBezTo>
                    <a:pt x="5009713" y="4015137"/>
                    <a:pt x="5031303" y="4057598"/>
                    <a:pt x="5077547" y="4029809"/>
                  </a:cubicBezTo>
                  <a:cubicBezTo>
                    <a:pt x="5074901" y="4034589"/>
                    <a:pt x="5125464" y="3982124"/>
                    <a:pt x="5150814" y="3999464"/>
                  </a:cubicBezTo>
                  <a:cubicBezTo>
                    <a:pt x="5252218" y="4018916"/>
                    <a:pt x="5333982" y="4017027"/>
                    <a:pt x="5472158" y="3971565"/>
                  </a:cubicBezTo>
                  <a:cubicBezTo>
                    <a:pt x="5572587" y="4020472"/>
                    <a:pt x="5745587" y="3960560"/>
                    <a:pt x="5849219" y="3941552"/>
                  </a:cubicBezTo>
                  <a:cubicBezTo>
                    <a:pt x="5853955" y="3893756"/>
                    <a:pt x="6220708" y="3905538"/>
                    <a:pt x="6508901" y="3982902"/>
                  </a:cubicBezTo>
                  <a:cubicBezTo>
                    <a:pt x="6613787" y="3989682"/>
                    <a:pt x="6676050" y="3954447"/>
                    <a:pt x="6780797" y="3987571"/>
                  </a:cubicBezTo>
                  <a:cubicBezTo>
                    <a:pt x="6836931" y="3955113"/>
                    <a:pt x="6917859" y="3963895"/>
                    <a:pt x="7022467" y="3959559"/>
                  </a:cubicBezTo>
                  <a:cubicBezTo>
                    <a:pt x="7027481" y="3961227"/>
                    <a:pt x="7031520" y="3961227"/>
                    <a:pt x="7035002" y="3959671"/>
                  </a:cubicBezTo>
                  <a:cubicBezTo>
                    <a:pt x="7034445" y="3959337"/>
                    <a:pt x="7034027" y="3959115"/>
                    <a:pt x="7033471" y="3958670"/>
                  </a:cubicBezTo>
                  <a:cubicBezTo>
                    <a:pt x="7034445" y="3959115"/>
                    <a:pt x="7034585" y="3959115"/>
                    <a:pt x="7035142" y="3959559"/>
                  </a:cubicBezTo>
                  <a:cubicBezTo>
                    <a:pt x="7069280" y="3943109"/>
                    <a:pt x="7029570" y="3763927"/>
                    <a:pt x="7056454" y="3635210"/>
                  </a:cubicBezTo>
                  <a:close/>
                </a:path>
              </a:pathLst>
            </a:custGeom>
            <a:blipFill rotWithShape="0">
              <a:blip r:embed="rId6"/>
              <a:stretch>
                <a:fillRect l="-481089" t="-168870" r="-423958" b="-1005889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3" name="CustomShape 10"/>
          <p:cNvSpPr/>
          <p:nvPr/>
        </p:nvSpPr>
        <p:spPr>
          <a:xfrm flipH="1">
            <a:off x="8282160" y="117720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592045" y="0"/>
                </a:moveTo>
                <a:lnTo>
                  <a:pt x="0" y="0"/>
                </a:lnTo>
                <a:lnTo>
                  <a:pt x="0" y="597431"/>
                </a:lnTo>
                <a:lnTo>
                  <a:pt x="592045" y="597431"/>
                </a:lnTo>
                <a:lnTo>
                  <a:pt x="592045" y="0"/>
                </a:lnTo>
                <a:close/>
              </a:path>
            </a:pathLst>
          </a:custGeom>
          <a:blipFill rotWithShape="0">
            <a:blip r:embed="rId7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CustomShape 11"/>
          <p:cNvSpPr/>
          <p:nvPr/>
        </p:nvSpPr>
        <p:spPr>
          <a:xfrm rot="14938800">
            <a:off x="3542040" y="8180640"/>
            <a:ext cx="563400" cy="558360"/>
          </a:xfrm>
          <a:custGeom>
            <a:avLst/>
            <a:gdLst/>
            <a:ahLst/>
            <a:rect l="l" t="t" r="r" b="b"/>
            <a:pathLst>
              <a:path w="563733" h="558845">
                <a:moveTo>
                  <a:pt x="0" y="0"/>
                </a:moveTo>
                <a:lnTo>
                  <a:pt x="563733" y="0"/>
                </a:lnTo>
                <a:lnTo>
                  <a:pt x="563733" y="558845"/>
                </a:lnTo>
                <a:lnTo>
                  <a:pt x="0" y="5588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tretch>
              <a:fillRect l="3768613" t="2301109" r="-866843" b="-1986223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12"/>
          <p:cNvSpPr/>
          <p:nvPr/>
        </p:nvSpPr>
        <p:spPr>
          <a:xfrm flipH="1" rot="3122400">
            <a:off x="16882200" y="3717000"/>
            <a:ext cx="753120" cy="759600"/>
          </a:xfrm>
          <a:custGeom>
            <a:avLst/>
            <a:gdLst/>
            <a:ahLst/>
            <a:rect l="l" t="t" r="r" b="b"/>
            <a:pathLst>
              <a:path w="753371" h="760225">
                <a:moveTo>
                  <a:pt x="753370" y="0"/>
                </a:moveTo>
                <a:lnTo>
                  <a:pt x="0" y="0"/>
                </a:lnTo>
                <a:lnTo>
                  <a:pt x="0" y="760225"/>
                </a:lnTo>
                <a:lnTo>
                  <a:pt x="753370" y="760225"/>
                </a:lnTo>
                <a:lnTo>
                  <a:pt x="753370" y="0"/>
                </a:lnTo>
                <a:close/>
              </a:path>
            </a:pathLst>
          </a:custGeom>
          <a:blipFill rotWithShape="0">
            <a:blip r:embed="rId9"/>
            <a:stretch>
              <a:fillRect l="-3779840" t="-4457957" r="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13"/>
          <p:cNvSpPr/>
          <p:nvPr/>
        </p:nvSpPr>
        <p:spPr>
          <a:xfrm>
            <a:off x="732600" y="512244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0" y="0"/>
                </a:moveTo>
                <a:lnTo>
                  <a:pt x="592046" y="0"/>
                </a:lnTo>
                <a:lnTo>
                  <a:pt x="592046" y="597431"/>
                </a:lnTo>
                <a:lnTo>
                  <a:pt x="0" y="59743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CustomShape 14"/>
          <p:cNvSpPr/>
          <p:nvPr/>
        </p:nvSpPr>
        <p:spPr>
          <a:xfrm>
            <a:off x="7415640" y="3018600"/>
            <a:ext cx="1422000" cy="1393200"/>
          </a:xfrm>
          <a:custGeom>
            <a:avLst/>
            <a:gdLst/>
            <a:ahLst/>
            <a:rect l="l" t="t" r="r" b="b"/>
            <a:pathLst>
              <a:path w="1422182" h="1393738">
                <a:moveTo>
                  <a:pt x="0" y="0"/>
                </a:moveTo>
                <a:lnTo>
                  <a:pt x="1422182" y="0"/>
                </a:lnTo>
                <a:lnTo>
                  <a:pt x="1422182" y="1393738"/>
                </a:lnTo>
                <a:lnTo>
                  <a:pt x="0" y="13937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CustomShape 15"/>
          <p:cNvSpPr/>
          <p:nvPr/>
        </p:nvSpPr>
        <p:spPr>
          <a:xfrm rot="988200">
            <a:off x="14172480" y="7809480"/>
            <a:ext cx="3386160" cy="2124000"/>
          </a:xfrm>
          <a:custGeom>
            <a:avLst/>
            <a:gdLst/>
            <a:ahLst/>
            <a:rect l="l" t="t" r="r" b="b"/>
            <a:pathLst>
              <a:path w="3386444" h="2124224">
                <a:moveTo>
                  <a:pt x="0" y="0"/>
                </a:moveTo>
                <a:lnTo>
                  <a:pt x="3386444" y="0"/>
                </a:lnTo>
                <a:lnTo>
                  <a:pt x="3386444" y="2124224"/>
                </a:lnTo>
                <a:lnTo>
                  <a:pt x="0" y="21242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CustomShape 16"/>
          <p:cNvSpPr/>
          <p:nvPr/>
        </p:nvSpPr>
        <p:spPr>
          <a:xfrm>
            <a:off x="10278000" y="5150880"/>
            <a:ext cx="6661440" cy="170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4479"/>
              </a:lnSpc>
            </a:pPr>
            <a:r>
              <a:rPr b="1" lang="en-US" sz="3200" spc="-1" strike="noStrike">
                <a:solidFill>
                  <a:srgbClr val="333231"/>
                </a:solidFill>
                <a:latin typeface="Quicksand Bold"/>
                <a:ea typeface="Quicksand Bold"/>
              </a:rPr>
              <a:t>They are my source of strength and the center of love.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stomShape 1"/>
          <p:cNvSpPr/>
          <p:nvPr/>
        </p:nvSpPr>
        <p:spPr>
          <a:xfrm>
            <a:off x="0" y="0"/>
            <a:ext cx="18287640" cy="1028664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>
              <a:fillRect l="0" t="-146907" r="0" b="-146907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CustomShape 2"/>
          <p:cNvSpPr/>
          <p:nvPr/>
        </p:nvSpPr>
        <p:spPr>
          <a:xfrm>
            <a:off x="-2373840" y="7878600"/>
            <a:ext cx="7314840" cy="1236600"/>
          </a:xfrm>
          <a:custGeom>
            <a:avLst/>
            <a:gdLst/>
            <a:ahLst/>
            <a:rect l="l" t="t" r="r" b="b"/>
            <a:pathLst>
              <a:path w="7315200" h="1236934">
                <a:moveTo>
                  <a:pt x="0" y="0"/>
                </a:moveTo>
                <a:lnTo>
                  <a:pt x="7315200" y="0"/>
                </a:lnTo>
                <a:lnTo>
                  <a:pt x="7315200" y="1236934"/>
                </a:lnTo>
                <a:lnTo>
                  <a:pt x="0" y="12369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3"/>
          <p:cNvSpPr/>
          <p:nvPr/>
        </p:nvSpPr>
        <p:spPr>
          <a:xfrm>
            <a:off x="4756680" y="7783200"/>
            <a:ext cx="7314840" cy="1236600"/>
          </a:xfrm>
          <a:custGeom>
            <a:avLst/>
            <a:gdLst/>
            <a:ahLst/>
            <a:rect l="l" t="t" r="r" b="b"/>
            <a:pathLst>
              <a:path w="7315200" h="1236934">
                <a:moveTo>
                  <a:pt x="0" y="0"/>
                </a:moveTo>
                <a:lnTo>
                  <a:pt x="7315200" y="0"/>
                </a:lnTo>
                <a:lnTo>
                  <a:pt x="7315200" y="1236934"/>
                </a:lnTo>
                <a:lnTo>
                  <a:pt x="0" y="12369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4"/>
          <p:cNvSpPr/>
          <p:nvPr/>
        </p:nvSpPr>
        <p:spPr>
          <a:xfrm flipH="1">
            <a:off x="11969640" y="7783200"/>
            <a:ext cx="7314840" cy="1236600"/>
          </a:xfrm>
          <a:custGeom>
            <a:avLst/>
            <a:gdLst/>
            <a:ahLst/>
            <a:rect l="l" t="t" r="r" b="b"/>
            <a:pathLst>
              <a:path w="7315200" h="1236934">
                <a:moveTo>
                  <a:pt x="7315200" y="0"/>
                </a:moveTo>
                <a:lnTo>
                  <a:pt x="0" y="0"/>
                </a:lnTo>
                <a:lnTo>
                  <a:pt x="0" y="1236934"/>
                </a:lnTo>
                <a:lnTo>
                  <a:pt x="7315200" y="1236934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CustomShape 5"/>
          <p:cNvSpPr/>
          <p:nvPr/>
        </p:nvSpPr>
        <p:spPr>
          <a:xfrm>
            <a:off x="9551880" y="1028880"/>
            <a:ext cx="6865920" cy="11239200"/>
          </a:xfrm>
          <a:custGeom>
            <a:avLst/>
            <a:gdLst/>
            <a:ahLst/>
            <a:rect l="l" t="t" r="r" b="b"/>
            <a:pathLst>
              <a:path w="6866361" h="11239579">
                <a:moveTo>
                  <a:pt x="0" y="0"/>
                </a:moveTo>
                <a:lnTo>
                  <a:pt x="6866361" y="0"/>
                </a:lnTo>
                <a:lnTo>
                  <a:pt x="6866361" y="11239579"/>
                </a:lnTo>
                <a:lnTo>
                  <a:pt x="0" y="112395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85" name="Group 6"/>
          <p:cNvGrpSpPr/>
          <p:nvPr/>
        </p:nvGrpSpPr>
        <p:grpSpPr>
          <a:xfrm>
            <a:off x="10251720" y="2730960"/>
            <a:ext cx="5411520" cy="3268080"/>
            <a:chOff x="10251720" y="2730960"/>
            <a:chExt cx="5411520" cy="3268080"/>
          </a:xfrm>
        </p:grpSpPr>
        <p:sp>
          <p:nvSpPr>
            <p:cNvPr id="186" name="CustomShape 7"/>
            <p:cNvSpPr/>
            <p:nvPr/>
          </p:nvSpPr>
          <p:spPr>
            <a:xfrm>
              <a:off x="10251720" y="2730960"/>
              <a:ext cx="5411520" cy="3268080"/>
            </a:xfrm>
            <a:custGeom>
              <a:avLst/>
              <a:gdLst/>
              <a:ahLst/>
              <a:rect l="l" t="t" r="r" b="b"/>
              <a:pathLst>
                <a:path w="8150927" h="4922555">
                  <a:moveTo>
                    <a:pt x="8113478" y="4487625"/>
                  </a:moveTo>
                  <a:cubicBezTo>
                    <a:pt x="8113478" y="4487625"/>
                    <a:pt x="8113639" y="4487625"/>
                    <a:pt x="8113639" y="4487499"/>
                  </a:cubicBezTo>
                  <a:cubicBezTo>
                    <a:pt x="8114604" y="4488130"/>
                    <a:pt x="8116536" y="4489515"/>
                    <a:pt x="8123134" y="4493673"/>
                  </a:cubicBezTo>
                  <a:cubicBezTo>
                    <a:pt x="8123133" y="4493672"/>
                    <a:pt x="8122972" y="4493546"/>
                    <a:pt x="8113478" y="4487625"/>
                  </a:cubicBezTo>
                  <a:close/>
                  <a:moveTo>
                    <a:pt x="8138100" y="4119903"/>
                  </a:moveTo>
                  <a:cubicBezTo>
                    <a:pt x="8100281" y="3016987"/>
                    <a:pt x="8128927" y="1857257"/>
                    <a:pt x="8128927" y="796039"/>
                  </a:cubicBezTo>
                  <a:cubicBezTo>
                    <a:pt x="8122329" y="553032"/>
                    <a:pt x="8113799" y="230787"/>
                    <a:pt x="8129571" y="0"/>
                  </a:cubicBezTo>
                  <a:cubicBezTo>
                    <a:pt x="8009675" y="43462"/>
                    <a:pt x="7948681" y="17511"/>
                    <a:pt x="7817680" y="30108"/>
                  </a:cubicBezTo>
                  <a:cubicBezTo>
                    <a:pt x="7778252" y="54170"/>
                    <a:pt x="7721764" y="94482"/>
                    <a:pt x="7619249" y="100025"/>
                  </a:cubicBezTo>
                  <a:cubicBezTo>
                    <a:pt x="7642745" y="138951"/>
                    <a:pt x="7358052" y="117283"/>
                    <a:pt x="7082854" y="139833"/>
                  </a:cubicBezTo>
                  <a:cubicBezTo>
                    <a:pt x="7068370" y="164398"/>
                    <a:pt x="6984363" y="103678"/>
                    <a:pt x="6762595" y="101032"/>
                  </a:cubicBezTo>
                  <a:cubicBezTo>
                    <a:pt x="6760181" y="117157"/>
                    <a:pt x="6458430" y="152178"/>
                    <a:pt x="6240686" y="100151"/>
                  </a:cubicBezTo>
                  <a:cubicBezTo>
                    <a:pt x="6161023" y="160241"/>
                    <a:pt x="6083775" y="123960"/>
                    <a:pt x="5979972" y="120433"/>
                  </a:cubicBezTo>
                  <a:cubicBezTo>
                    <a:pt x="5831108" y="143360"/>
                    <a:pt x="5625755" y="123204"/>
                    <a:pt x="5437946" y="170697"/>
                  </a:cubicBezTo>
                  <a:cubicBezTo>
                    <a:pt x="5320947" y="132148"/>
                    <a:pt x="5078096" y="197404"/>
                    <a:pt x="4955947" y="195136"/>
                  </a:cubicBezTo>
                  <a:cubicBezTo>
                    <a:pt x="4898654" y="135676"/>
                    <a:pt x="4691211" y="349330"/>
                    <a:pt x="4505814" y="301207"/>
                  </a:cubicBezTo>
                  <a:cubicBezTo>
                    <a:pt x="4415691" y="352731"/>
                    <a:pt x="4346168" y="371376"/>
                    <a:pt x="4273586" y="343031"/>
                  </a:cubicBezTo>
                  <a:cubicBezTo>
                    <a:pt x="4140333" y="367849"/>
                    <a:pt x="3995009" y="361676"/>
                    <a:pt x="3846949" y="341898"/>
                  </a:cubicBezTo>
                  <a:cubicBezTo>
                    <a:pt x="3788208" y="347063"/>
                    <a:pt x="3722708" y="379438"/>
                    <a:pt x="3628561" y="356763"/>
                  </a:cubicBezTo>
                  <a:cubicBezTo>
                    <a:pt x="3501746" y="389642"/>
                    <a:pt x="3307981" y="435623"/>
                    <a:pt x="3102146" y="435119"/>
                  </a:cubicBezTo>
                  <a:cubicBezTo>
                    <a:pt x="3068671" y="462834"/>
                    <a:pt x="3012827" y="455024"/>
                    <a:pt x="2952155" y="485384"/>
                  </a:cubicBezTo>
                  <a:cubicBezTo>
                    <a:pt x="2949097" y="464976"/>
                    <a:pt x="2885367" y="472786"/>
                    <a:pt x="2860905" y="477699"/>
                  </a:cubicBezTo>
                  <a:cubicBezTo>
                    <a:pt x="2855273" y="464976"/>
                    <a:pt x="2829362" y="448095"/>
                    <a:pt x="2812786" y="474550"/>
                  </a:cubicBezTo>
                  <a:cubicBezTo>
                    <a:pt x="2765471" y="434616"/>
                    <a:pt x="2514092" y="526578"/>
                    <a:pt x="2148449" y="563363"/>
                  </a:cubicBezTo>
                  <a:cubicBezTo>
                    <a:pt x="2025174" y="575960"/>
                    <a:pt x="1932636" y="581125"/>
                    <a:pt x="1787796" y="588180"/>
                  </a:cubicBezTo>
                  <a:cubicBezTo>
                    <a:pt x="1698155" y="534640"/>
                    <a:pt x="1589686" y="602793"/>
                    <a:pt x="1495861" y="617532"/>
                  </a:cubicBezTo>
                  <a:cubicBezTo>
                    <a:pt x="1346836" y="557820"/>
                    <a:pt x="1150657" y="684803"/>
                    <a:pt x="947236" y="626476"/>
                  </a:cubicBezTo>
                  <a:cubicBezTo>
                    <a:pt x="744781" y="687952"/>
                    <a:pt x="618286" y="646380"/>
                    <a:pt x="332950" y="658474"/>
                  </a:cubicBezTo>
                  <a:cubicBezTo>
                    <a:pt x="0" y="725997"/>
                    <a:pt x="166544" y="214662"/>
                    <a:pt x="95250" y="3224217"/>
                  </a:cubicBezTo>
                  <a:cubicBezTo>
                    <a:pt x="131460" y="3235051"/>
                    <a:pt x="93091" y="3905367"/>
                    <a:pt x="116332" y="4723074"/>
                  </a:cubicBezTo>
                  <a:cubicBezTo>
                    <a:pt x="91059" y="4744615"/>
                    <a:pt x="121804" y="4809871"/>
                    <a:pt x="204202" y="4784675"/>
                  </a:cubicBezTo>
                  <a:cubicBezTo>
                    <a:pt x="233493" y="4812768"/>
                    <a:pt x="264231" y="4821587"/>
                    <a:pt x="345664" y="4835821"/>
                  </a:cubicBezTo>
                  <a:cubicBezTo>
                    <a:pt x="397485" y="4866182"/>
                    <a:pt x="542808" y="4793998"/>
                    <a:pt x="658198" y="4850561"/>
                  </a:cubicBezTo>
                  <a:cubicBezTo>
                    <a:pt x="696018" y="4821334"/>
                    <a:pt x="713398" y="4871095"/>
                    <a:pt x="751862" y="4853962"/>
                  </a:cubicBezTo>
                  <a:cubicBezTo>
                    <a:pt x="761679" y="4855222"/>
                    <a:pt x="822029" y="4801934"/>
                    <a:pt x="837157" y="4843758"/>
                  </a:cubicBezTo>
                  <a:cubicBezTo>
                    <a:pt x="934844" y="4914681"/>
                    <a:pt x="1115412" y="4863788"/>
                    <a:pt x="1234021" y="4844640"/>
                  </a:cubicBezTo>
                  <a:cubicBezTo>
                    <a:pt x="1351825" y="4873236"/>
                    <a:pt x="1418130" y="4909347"/>
                    <a:pt x="1706202" y="4856986"/>
                  </a:cubicBezTo>
                  <a:cubicBezTo>
                    <a:pt x="1872447" y="4911125"/>
                    <a:pt x="1978985" y="4831664"/>
                    <a:pt x="2127528" y="4779511"/>
                  </a:cubicBezTo>
                  <a:cubicBezTo>
                    <a:pt x="2238733" y="4841365"/>
                    <a:pt x="2391621" y="4808737"/>
                    <a:pt x="2664083" y="4823476"/>
                  </a:cubicBezTo>
                  <a:cubicBezTo>
                    <a:pt x="2745837" y="4825617"/>
                    <a:pt x="2836604" y="4922555"/>
                    <a:pt x="2938637" y="4830909"/>
                  </a:cubicBezTo>
                  <a:cubicBezTo>
                    <a:pt x="3002206" y="4880795"/>
                    <a:pt x="3160243" y="4813776"/>
                    <a:pt x="3386516" y="4845018"/>
                  </a:cubicBezTo>
                  <a:cubicBezTo>
                    <a:pt x="3529265" y="4748521"/>
                    <a:pt x="3682957" y="4846656"/>
                    <a:pt x="3860629" y="4769810"/>
                  </a:cubicBezTo>
                  <a:cubicBezTo>
                    <a:pt x="3937716" y="4778629"/>
                    <a:pt x="4007079" y="4690068"/>
                    <a:pt x="4110237" y="4699768"/>
                  </a:cubicBezTo>
                  <a:cubicBezTo>
                    <a:pt x="4244618" y="4689690"/>
                    <a:pt x="4392033" y="4644591"/>
                    <a:pt x="4569061" y="4669030"/>
                  </a:cubicBezTo>
                  <a:cubicBezTo>
                    <a:pt x="4710683" y="4638040"/>
                    <a:pt x="4934221" y="4606546"/>
                    <a:pt x="5128630" y="4677723"/>
                  </a:cubicBezTo>
                  <a:cubicBezTo>
                    <a:pt x="5122514" y="4639426"/>
                    <a:pt x="5342672" y="4651394"/>
                    <a:pt x="5498296" y="4625443"/>
                  </a:cubicBezTo>
                  <a:cubicBezTo>
                    <a:pt x="5485904" y="4594327"/>
                    <a:pt x="5591959" y="4634261"/>
                    <a:pt x="5635573" y="4607680"/>
                  </a:cubicBezTo>
                  <a:cubicBezTo>
                    <a:pt x="5671622" y="4570643"/>
                    <a:pt x="5722799" y="4591555"/>
                    <a:pt x="5773815" y="4579713"/>
                  </a:cubicBezTo>
                  <a:cubicBezTo>
                    <a:pt x="5773332" y="4550487"/>
                    <a:pt x="5798277" y="4598610"/>
                    <a:pt x="5851707" y="4567116"/>
                  </a:cubicBezTo>
                  <a:cubicBezTo>
                    <a:pt x="5848650" y="4572533"/>
                    <a:pt x="5907069" y="4513072"/>
                    <a:pt x="5936359" y="4532724"/>
                  </a:cubicBezTo>
                  <a:cubicBezTo>
                    <a:pt x="6053519" y="4554770"/>
                    <a:pt x="6147988" y="4552629"/>
                    <a:pt x="6307634" y="4501105"/>
                  </a:cubicBezTo>
                  <a:cubicBezTo>
                    <a:pt x="6423668" y="4556534"/>
                    <a:pt x="6623548" y="4488633"/>
                    <a:pt x="6743283" y="4467091"/>
                  </a:cubicBezTo>
                  <a:cubicBezTo>
                    <a:pt x="6748755" y="4412922"/>
                    <a:pt x="7172495" y="4426276"/>
                    <a:pt x="7505468" y="4513954"/>
                  </a:cubicBezTo>
                  <a:cubicBezTo>
                    <a:pt x="7626652" y="4521639"/>
                    <a:pt x="7698589" y="4481705"/>
                    <a:pt x="7819611" y="4519245"/>
                  </a:cubicBezTo>
                  <a:cubicBezTo>
                    <a:pt x="7884468" y="4482461"/>
                    <a:pt x="7977970" y="4492413"/>
                    <a:pt x="8098832" y="4487499"/>
                  </a:cubicBezTo>
                  <a:cubicBezTo>
                    <a:pt x="8104625" y="4489389"/>
                    <a:pt x="8109293" y="4489389"/>
                    <a:pt x="8113316" y="4487625"/>
                  </a:cubicBezTo>
                  <a:cubicBezTo>
                    <a:pt x="8112672" y="4487247"/>
                    <a:pt x="8112189" y="4486995"/>
                    <a:pt x="8111546" y="4486492"/>
                  </a:cubicBezTo>
                  <a:cubicBezTo>
                    <a:pt x="8112672" y="4486995"/>
                    <a:pt x="8112833" y="4486995"/>
                    <a:pt x="8113478" y="4487499"/>
                  </a:cubicBezTo>
                  <a:cubicBezTo>
                    <a:pt x="8150927" y="4468855"/>
                    <a:pt x="8107040" y="4265782"/>
                    <a:pt x="8138100" y="4119903"/>
                  </a:cubicBezTo>
                  <a:close/>
                </a:path>
              </a:pathLst>
            </a:custGeom>
            <a:blipFill rotWithShape="0">
              <a:blip r:embed="rId6"/>
              <a:stretch>
                <a:fillRect l="-278277" t="0" r="0" b="-562666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87" name="Group 8"/>
          <p:cNvGrpSpPr/>
          <p:nvPr/>
        </p:nvGrpSpPr>
        <p:grpSpPr>
          <a:xfrm>
            <a:off x="10251720" y="5968080"/>
            <a:ext cx="5411520" cy="3268080"/>
            <a:chOff x="10251720" y="5968080"/>
            <a:chExt cx="5411520" cy="3268080"/>
          </a:xfrm>
        </p:grpSpPr>
        <p:sp>
          <p:nvSpPr>
            <p:cNvPr id="188" name="CustomShape 9"/>
            <p:cNvSpPr/>
            <p:nvPr/>
          </p:nvSpPr>
          <p:spPr>
            <a:xfrm>
              <a:off x="10251720" y="5968080"/>
              <a:ext cx="5411520" cy="3268080"/>
            </a:xfrm>
            <a:custGeom>
              <a:avLst/>
              <a:gdLst/>
              <a:ahLst/>
              <a:rect l="l" t="t" r="r" b="b"/>
              <a:pathLst>
                <a:path w="8150927" h="4922555">
                  <a:moveTo>
                    <a:pt x="8113478" y="4487625"/>
                  </a:moveTo>
                  <a:cubicBezTo>
                    <a:pt x="8113478" y="4487625"/>
                    <a:pt x="8113639" y="4487625"/>
                    <a:pt x="8113639" y="4487499"/>
                  </a:cubicBezTo>
                  <a:cubicBezTo>
                    <a:pt x="8114604" y="4488130"/>
                    <a:pt x="8116536" y="4489515"/>
                    <a:pt x="8123134" y="4493673"/>
                  </a:cubicBezTo>
                  <a:cubicBezTo>
                    <a:pt x="8123133" y="4493672"/>
                    <a:pt x="8122972" y="4493546"/>
                    <a:pt x="8113478" y="4487625"/>
                  </a:cubicBezTo>
                  <a:close/>
                  <a:moveTo>
                    <a:pt x="8138100" y="4119903"/>
                  </a:moveTo>
                  <a:cubicBezTo>
                    <a:pt x="8100281" y="3016987"/>
                    <a:pt x="8128927" y="1857257"/>
                    <a:pt x="8128927" y="796039"/>
                  </a:cubicBezTo>
                  <a:cubicBezTo>
                    <a:pt x="8122329" y="553032"/>
                    <a:pt x="8113799" y="230787"/>
                    <a:pt x="8129571" y="0"/>
                  </a:cubicBezTo>
                  <a:cubicBezTo>
                    <a:pt x="8009675" y="43462"/>
                    <a:pt x="7948681" y="17511"/>
                    <a:pt x="7817680" y="30108"/>
                  </a:cubicBezTo>
                  <a:cubicBezTo>
                    <a:pt x="7778252" y="54170"/>
                    <a:pt x="7721764" y="94482"/>
                    <a:pt x="7619249" y="100025"/>
                  </a:cubicBezTo>
                  <a:cubicBezTo>
                    <a:pt x="7642745" y="138951"/>
                    <a:pt x="7358052" y="117283"/>
                    <a:pt x="7082854" y="139833"/>
                  </a:cubicBezTo>
                  <a:cubicBezTo>
                    <a:pt x="7068370" y="164398"/>
                    <a:pt x="6984363" y="103678"/>
                    <a:pt x="6762595" y="101032"/>
                  </a:cubicBezTo>
                  <a:cubicBezTo>
                    <a:pt x="6760181" y="117157"/>
                    <a:pt x="6458430" y="152178"/>
                    <a:pt x="6240686" y="100151"/>
                  </a:cubicBezTo>
                  <a:cubicBezTo>
                    <a:pt x="6161023" y="160241"/>
                    <a:pt x="6083775" y="123960"/>
                    <a:pt x="5979972" y="120433"/>
                  </a:cubicBezTo>
                  <a:cubicBezTo>
                    <a:pt x="5831108" y="143360"/>
                    <a:pt x="5625755" y="123204"/>
                    <a:pt x="5437946" y="170697"/>
                  </a:cubicBezTo>
                  <a:cubicBezTo>
                    <a:pt x="5320947" y="132148"/>
                    <a:pt x="5078096" y="197404"/>
                    <a:pt x="4955947" y="195136"/>
                  </a:cubicBezTo>
                  <a:cubicBezTo>
                    <a:pt x="4898654" y="135676"/>
                    <a:pt x="4691211" y="349330"/>
                    <a:pt x="4505814" y="301207"/>
                  </a:cubicBezTo>
                  <a:cubicBezTo>
                    <a:pt x="4415691" y="352731"/>
                    <a:pt x="4346168" y="371376"/>
                    <a:pt x="4273586" y="343031"/>
                  </a:cubicBezTo>
                  <a:cubicBezTo>
                    <a:pt x="4140333" y="367849"/>
                    <a:pt x="3995009" y="361676"/>
                    <a:pt x="3846949" y="341898"/>
                  </a:cubicBezTo>
                  <a:cubicBezTo>
                    <a:pt x="3788208" y="347063"/>
                    <a:pt x="3722708" y="379438"/>
                    <a:pt x="3628561" y="356763"/>
                  </a:cubicBezTo>
                  <a:cubicBezTo>
                    <a:pt x="3501746" y="389642"/>
                    <a:pt x="3307981" y="435623"/>
                    <a:pt x="3102146" y="435119"/>
                  </a:cubicBezTo>
                  <a:cubicBezTo>
                    <a:pt x="3068671" y="462834"/>
                    <a:pt x="3012827" y="455024"/>
                    <a:pt x="2952155" y="485384"/>
                  </a:cubicBezTo>
                  <a:cubicBezTo>
                    <a:pt x="2949097" y="464976"/>
                    <a:pt x="2885367" y="472786"/>
                    <a:pt x="2860905" y="477699"/>
                  </a:cubicBezTo>
                  <a:cubicBezTo>
                    <a:pt x="2855273" y="464976"/>
                    <a:pt x="2829362" y="448095"/>
                    <a:pt x="2812786" y="474550"/>
                  </a:cubicBezTo>
                  <a:cubicBezTo>
                    <a:pt x="2765471" y="434616"/>
                    <a:pt x="2514092" y="526578"/>
                    <a:pt x="2148449" y="563363"/>
                  </a:cubicBezTo>
                  <a:cubicBezTo>
                    <a:pt x="2025174" y="575960"/>
                    <a:pt x="1932636" y="581125"/>
                    <a:pt x="1787796" y="588180"/>
                  </a:cubicBezTo>
                  <a:cubicBezTo>
                    <a:pt x="1698155" y="534640"/>
                    <a:pt x="1589686" y="602793"/>
                    <a:pt x="1495861" y="617532"/>
                  </a:cubicBezTo>
                  <a:cubicBezTo>
                    <a:pt x="1346836" y="557820"/>
                    <a:pt x="1150657" y="684803"/>
                    <a:pt x="947236" y="626476"/>
                  </a:cubicBezTo>
                  <a:cubicBezTo>
                    <a:pt x="744781" y="687952"/>
                    <a:pt x="618286" y="646380"/>
                    <a:pt x="332950" y="658474"/>
                  </a:cubicBezTo>
                  <a:cubicBezTo>
                    <a:pt x="0" y="725997"/>
                    <a:pt x="166544" y="214662"/>
                    <a:pt x="95250" y="3224217"/>
                  </a:cubicBezTo>
                  <a:cubicBezTo>
                    <a:pt x="131460" y="3235051"/>
                    <a:pt x="93091" y="3905367"/>
                    <a:pt x="116332" y="4723074"/>
                  </a:cubicBezTo>
                  <a:cubicBezTo>
                    <a:pt x="91059" y="4744615"/>
                    <a:pt x="121804" y="4809871"/>
                    <a:pt x="204202" y="4784675"/>
                  </a:cubicBezTo>
                  <a:cubicBezTo>
                    <a:pt x="233493" y="4812768"/>
                    <a:pt x="264231" y="4821587"/>
                    <a:pt x="345664" y="4835821"/>
                  </a:cubicBezTo>
                  <a:cubicBezTo>
                    <a:pt x="397485" y="4866182"/>
                    <a:pt x="542808" y="4793998"/>
                    <a:pt x="658198" y="4850561"/>
                  </a:cubicBezTo>
                  <a:cubicBezTo>
                    <a:pt x="696018" y="4821334"/>
                    <a:pt x="713398" y="4871095"/>
                    <a:pt x="751862" y="4853962"/>
                  </a:cubicBezTo>
                  <a:cubicBezTo>
                    <a:pt x="761679" y="4855222"/>
                    <a:pt x="822029" y="4801934"/>
                    <a:pt x="837157" y="4843758"/>
                  </a:cubicBezTo>
                  <a:cubicBezTo>
                    <a:pt x="934844" y="4914681"/>
                    <a:pt x="1115412" y="4863788"/>
                    <a:pt x="1234021" y="4844640"/>
                  </a:cubicBezTo>
                  <a:cubicBezTo>
                    <a:pt x="1351825" y="4873236"/>
                    <a:pt x="1418130" y="4909347"/>
                    <a:pt x="1706202" y="4856986"/>
                  </a:cubicBezTo>
                  <a:cubicBezTo>
                    <a:pt x="1872447" y="4911125"/>
                    <a:pt x="1978985" y="4831664"/>
                    <a:pt x="2127528" y="4779511"/>
                  </a:cubicBezTo>
                  <a:cubicBezTo>
                    <a:pt x="2238733" y="4841365"/>
                    <a:pt x="2391621" y="4808737"/>
                    <a:pt x="2664083" y="4823476"/>
                  </a:cubicBezTo>
                  <a:cubicBezTo>
                    <a:pt x="2745837" y="4825617"/>
                    <a:pt x="2836604" y="4922555"/>
                    <a:pt x="2938637" y="4830909"/>
                  </a:cubicBezTo>
                  <a:cubicBezTo>
                    <a:pt x="3002206" y="4880795"/>
                    <a:pt x="3160243" y="4813776"/>
                    <a:pt x="3386516" y="4845018"/>
                  </a:cubicBezTo>
                  <a:cubicBezTo>
                    <a:pt x="3529265" y="4748521"/>
                    <a:pt x="3682957" y="4846656"/>
                    <a:pt x="3860629" y="4769810"/>
                  </a:cubicBezTo>
                  <a:cubicBezTo>
                    <a:pt x="3937716" y="4778629"/>
                    <a:pt x="4007079" y="4690068"/>
                    <a:pt x="4110237" y="4699768"/>
                  </a:cubicBezTo>
                  <a:cubicBezTo>
                    <a:pt x="4244618" y="4689690"/>
                    <a:pt x="4392033" y="4644591"/>
                    <a:pt x="4569061" y="4669030"/>
                  </a:cubicBezTo>
                  <a:cubicBezTo>
                    <a:pt x="4710683" y="4638040"/>
                    <a:pt x="4934221" y="4606546"/>
                    <a:pt x="5128630" y="4677723"/>
                  </a:cubicBezTo>
                  <a:cubicBezTo>
                    <a:pt x="5122514" y="4639426"/>
                    <a:pt x="5342672" y="4651394"/>
                    <a:pt x="5498296" y="4625443"/>
                  </a:cubicBezTo>
                  <a:cubicBezTo>
                    <a:pt x="5485904" y="4594327"/>
                    <a:pt x="5591959" y="4634261"/>
                    <a:pt x="5635573" y="4607680"/>
                  </a:cubicBezTo>
                  <a:cubicBezTo>
                    <a:pt x="5671622" y="4570643"/>
                    <a:pt x="5722799" y="4591555"/>
                    <a:pt x="5773815" y="4579713"/>
                  </a:cubicBezTo>
                  <a:cubicBezTo>
                    <a:pt x="5773332" y="4550487"/>
                    <a:pt x="5798277" y="4598610"/>
                    <a:pt x="5851707" y="4567116"/>
                  </a:cubicBezTo>
                  <a:cubicBezTo>
                    <a:pt x="5848650" y="4572533"/>
                    <a:pt x="5907069" y="4513072"/>
                    <a:pt x="5936359" y="4532724"/>
                  </a:cubicBezTo>
                  <a:cubicBezTo>
                    <a:pt x="6053519" y="4554770"/>
                    <a:pt x="6147988" y="4552629"/>
                    <a:pt x="6307634" y="4501105"/>
                  </a:cubicBezTo>
                  <a:cubicBezTo>
                    <a:pt x="6423668" y="4556534"/>
                    <a:pt x="6623548" y="4488633"/>
                    <a:pt x="6743283" y="4467091"/>
                  </a:cubicBezTo>
                  <a:cubicBezTo>
                    <a:pt x="6748755" y="4412922"/>
                    <a:pt x="7172495" y="4426276"/>
                    <a:pt x="7505468" y="4513954"/>
                  </a:cubicBezTo>
                  <a:cubicBezTo>
                    <a:pt x="7626652" y="4521639"/>
                    <a:pt x="7698589" y="4481705"/>
                    <a:pt x="7819611" y="4519245"/>
                  </a:cubicBezTo>
                  <a:cubicBezTo>
                    <a:pt x="7884468" y="4482461"/>
                    <a:pt x="7977970" y="4492413"/>
                    <a:pt x="8098832" y="4487499"/>
                  </a:cubicBezTo>
                  <a:cubicBezTo>
                    <a:pt x="8104625" y="4489389"/>
                    <a:pt x="8109293" y="4489389"/>
                    <a:pt x="8113316" y="4487625"/>
                  </a:cubicBezTo>
                  <a:cubicBezTo>
                    <a:pt x="8112672" y="4487247"/>
                    <a:pt x="8112189" y="4486995"/>
                    <a:pt x="8111546" y="4486492"/>
                  </a:cubicBezTo>
                  <a:cubicBezTo>
                    <a:pt x="8112672" y="4486995"/>
                    <a:pt x="8112833" y="4486995"/>
                    <a:pt x="8113478" y="4487499"/>
                  </a:cubicBezTo>
                  <a:cubicBezTo>
                    <a:pt x="8150927" y="4468855"/>
                    <a:pt x="8107040" y="4265782"/>
                    <a:pt x="8138100" y="4119903"/>
                  </a:cubicBezTo>
                  <a:close/>
                </a:path>
              </a:pathLst>
            </a:custGeom>
            <a:blipFill rotWithShape="0">
              <a:blip r:embed="rId7"/>
              <a:stretch>
                <a:fillRect l="0" t="0" r="-589777" b="-904416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89" name="CustomShape 10"/>
          <p:cNvSpPr/>
          <p:nvPr/>
        </p:nvSpPr>
        <p:spPr>
          <a:xfrm flipH="1">
            <a:off x="8694000" y="7268400"/>
            <a:ext cx="317880" cy="320760"/>
          </a:xfrm>
          <a:custGeom>
            <a:avLst/>
            <a:gdLst/>
            <a:ahLst/>
            <a:rect l="l" t="t" r="r" b="b"/>
            <a:pathLst>
              <a:path w="318284" h="321180">
                <a:moveTo>
                  <a:pt x="318284" y="0"/>
                </a:moveTo>
                <a:lnTo>
                  <a:pt x="0" y="0"/>
                </a:lnTo>
                <a:lnTo>
                  <a:pt x="0" y="321180"/>
                </a:lnTo>
                <a:lnTo>
                  <a:pt x="318284" y="321180"/>
                </a:lnTo>
                <a:lnTo>
                  <a:pt x="318284" y="0"/>
                </a:lnTo>
                <a:close/>
              </a:path>
            </a:pathLst>
          </a:custGeom>
          <a:blipFill rotWithShape="0">
            <a:blip r:embed="rId8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CustomShape 11"/>
          <p:cNvSpPr/>
          <p:nvPr/>
        </p:nvSpPr>
        <p:spPr>
          <a:xfrm rot="16327200">
            <a:off x="784080" y="4984560"/>
            <a:ext cx="450360" cy="446400"/>
          </a:xfrm>
          <a:custGeom>
            <a:avLst/>
            <a:gdLst/>
            <a:ahLst/>
            <a:rect l="l" t="t" r="r" b="b"/>
            <a:pathLst>
              <a:path w="450650" h="446743">
                <a:moveTo>
                  <a:pt x="0" y="0"/>
                </a:moveTo>
                <a:lnTo>
                  <a:pt x="450651" y="0"/>
                </a:lnTo>
                <a:lnTo>
                  <a:pt x="450651" y="446743"/>
                </a:lnTo>
                <a:lnTo>
                  <a:pt x="0" y="4467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tretch>
              <a:fillRect l="3768613" t="2301109" r="-866843" b="-1986223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CustomShape 12"/>
          <p:cNvSpPr/>
          <p:nvPr/>
        </p:nvSpPr>
        <p:spPr>
          <a:xfrm flipH="1" rot="2025600">
            <a:off x="16769520" y="2102400"/>
            <a:ext cx="977040" cy="985680"/>
          </a:xfrm>
          <a:custGeom>
            <a:avLst/>
            <a:gdLst/>
            <a:ahLst/>
            <a:rect l="l" t="t" r="r" b="b"/>
            <a:pathLst>
              <a:path w="977061" h="985949">
                <a:moveTo>
                  <a:pt x="977060" y="0"/>
                </a:moveTo>
                <a:lnTo>
                  <a:pt x="0" y="0"/>
                </a:lnTo>
                <a:lnTo>
                  <a:pt x="0" y="985949"/>
                </a:lnTo>
                <a:lnTo>
                  <a:pt x="977060" y="985949"/>
                </a:lnTo>
                <a:lnTo>
                  <a:pt x="977060" y="0"/>
                </a:lnTo>
                <a:close/>
              </a:path>
            </a:pathLst>
          </a:custGeom>
          <a:blipFill rotWithShape="0">
            <a:blip r:embed="rId10"/>
            <a:stretch>
              <a:fillRect l="-3779840" t="-4457957" r="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CustomShape 13"/>
          <p:cNvSpPr/>
          <p:nvPr/>
        </p:nvSpPr>
        <p:spPr>
          <a:xfrm>
            <a:off x="17098560" y="4234320"/>
            <a:ext cx="2585520" cy="2413800"/>
          </a:xfrm>
          <a:custGeom>
            <a:avLst/>
            <a:gdLst/>
            <a:ahLst/>
            <a:rect l="l" t="t" r="r" b="b"/>
            <a:pathLst>
              <a:path w="2585981" h="2414155">
                <a:moveTo>
                  <a:pt x="0" y="0"/>
                </a:moveTo>
                <a:lnTo>
                  <a:pt x="2585981" y="0"/>
                </a:lnTo>
                <a:lnTo>
                  <a:pt x="2585981" y="2414155"/>
                </a:lnTo>
                <a:lnTo>
                  <a:pt x="0" y="24141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CustomShape 14"/>
          <p:cNvSpPr/>
          <p:nvPr/>
        </p:nvSpPr>
        <p:spPr>
          <a:xfrm rot="20871600">
            <a:off x="4730400" y="-1503360"/>
            <a:ext cx="3778560" cy="2370240"/>
          </a:xfrm>
          <a:custGeom>
            <a:avLst/>
            <a:gdLst/>
            <a:ahLst/>
            <a:rect l="l" t="t" r="r" b="b"/>
            <a:pathLst>
              <a:path w="3779074" h="2370510">
                <a:moveTo>
                  <a:pt x="0" y="0"/>
                </a:moveTo>
                <a:lnTo>
                  <a:pt x="3779074" y="0"/>
                </a:lnTo>
                <a:lnTo>
                  <a:pt x="3779074" y="2370510"/>
                </a:lnTo>
                <a:lnTo>
                  <a:pt x="0" y="23705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CustomShape 15"/>
          <p:cNvSpPr/>
          <p:nvPr/>
        </p:nvSpPr>
        <p:spPr>
          <a:xfrm>
            <a:off x="1917360" y="2336400"/>
            <a:ext cx="7094880" cy="219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8640"/>
              </a:lnSpc>
            </a:pPr>
            <a:r>
              <a:rPr b="0" lang="en-US" sz="9600" spc="-1" strike="noStrike">
                <a:solidFill>
                  <a:srgbClr val="333231"/>
                </a:solidFill>
                <a:latin typeface="Fredoka"/>
                <a:ea typeface="Fredoka"/>
              </a:rPr>
              <a:t>My Friends Portrait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195" name="CustomShape 16"/>
          <p:cNvSpPr/>
          <p:nvPr/>
        </p:nvSpPr>
        <p:spPr>
          <a:xfrm>
            <a:off x="1917360" y="5127840"/>
            <a:ext cx="7094880" cy="170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4479"/>
              </a:lnSpc>
            </a:pPr>
            <a:r>
              <a:rPr b="1" lang="en-US" sz="3200" spc="-1" strike="noStrike">
                <a:solidFill>
                  <a:srgbClr val="333231"/>
                </a:solidFill>
                <a:latin typeface="Quicksand Bold"/>
                <a:ea typeface="Quicksand Bold"/>
              </a:rPr>
              <a:t>Friends for doing fun things and a place to share joys and sorrows.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0" y="0"/>
            <a:ext cx="18287640" cy="1028664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>
              <a:fillRect l="0" t="-146907" r="0" b="-146907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CustomShape 2"/>
          <p:cNvSpPr/>
          <p:nvPr/>
        </p:nvSpPr>
        <p:spPr>
          <a:xfrm>
            <a:off x="2048760" y="1087200"/>
            <a:ext cx="8969760" cy="8170560"/>
          </a:xfrm>
          <a:custGeom>
            <a:avLst/>
            <a:gdLst/>
            <a:ahLst/>
            <a:rect l="l" t="t" r="r" b="b"/>
            <a:pathLst>
              <a:path w="8970222" h="8171057">
                <a:moveTo>
                  <a:pt x="0" y="0"/>
                </a:moveTo>
                <a:lnTo>
                  <a:pt x="8970222" y="0"/>
                </a:lnTo>
                <a:lnTo>
                  <a:pt x="8970222" y="8171057"/>
                </a:lnTo>
                <a:lnTo>
                  <a:pt x="0" y="81710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CustomShape 3"/>
          <p:cNvSpPr/>
          <p:nvPr/>
        </p:nvSpPr>
        <p:spPr>
          <a:xfrm>
            <a:off x="3272040" y="3589560"/>
            <a:ext cx="6971760" cy="3657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7200"/>
              </a:lnSpc>
            </a:pPr>
            <a:r>
              <a:rPr b="0" lang="en-US" sz="8000" spc="-1" strike="noStrike">
                <a:solidFill>
                  <a:srgbClr val="333231"/>
                </a:solidFill>
                <a:latin typeface="Fredoka"/>
                <a:ea typeface="Fredoka"/>
              </a:rPr>
              <a:t>Thank you, everyone. It was nice to meet you all.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199" name="CustomShape 4"/>
          <p:cNvSpPr/>
          <p:nvPr/>
        </p:nvSpPr>
        <p:spPr>
          <a:xfrm flipH="1" rot="18646200">
            <a:off x="14138640" y="1121400"/>
            <a:ext cx="5854320" cy="5940360"/>
          </a:xfrm>
          <a:custGeom>
            <a:avLst/>
            <a:gdLst/>
            <a:ahLst/>
            <a:rect l="l" t="t" r="r" b="b"/>
            <a:pathLst>
              <a:path w="5854533" h="5940392">
                <a:moveTo>
                  <a:pt x="5854533" y="0"/>
                </a:moveTo>
                <a:lnTo>
                  <a:pt x="0" y="0"/>
                </a:lnTo>
                <a:lnTo>
                  <a:pt x="0" y="5940392"/>
                </a:lnTo>
                <a:lnTo>
                  <a:pt x="5854533" y="5940392"/>
                </a:lnTo>
                <a:lnTo>
                  <a:pt x="5854533" y="0"/>
                </a:lnTo>
                <a:close/>
              </a:path>
            </a:pathLst>
          </a:cu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CustomShape 5"/>
          <p:cNvSpPr/>
          <p:nvPr/>
        </p:nvSpPr>
        <p:spPr>
          <a:xfrm rot="667200">
            <a:off x="12547080" y="5928840"/>
            <a:ext cx="2184120" cy="3062160"/>
          </a:xfrm>
          <a:custGeom>
            <a:avLst/>
            <a:gdLst/>
            <a:ahLst/>
            <a:rect l="l" t="t" r="r" b="b"/>
            <a:pathLst>
              <a:path w="2184333" h="3062349">
                <a:moveTo>
                  <a:pt x="0" y="0"/>
                </a:moveTo>
                <a:lnTo>
                  <a:pt x="2184333" y="0"/>
                </a:lnTo>
                <a:lnTo>
                  <a:pt x="2184333" y="3062349"/>
                </a:lnTo>
                <a:lnTo>
                  <a:pt x="0" y="30623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CustomShape 6"/>
          <p:cNvSpPr/>
          <p:nvPr/>
        </p:nvSpPr>
        <p:spPr>
          <a:xfrm>
            <a:off x="13047480" y="2773080"/>
            <a:ext cx="591840" cy="597240"/>
          </a:xfrm>
          <a:custGeom>
            <a:avLst/>
            <a:gdLst/>
            <a:ahLst/>
            <a:rect l="l" t="t" r="r" b="b"/>
            <a:pathLst>
              <a:path w="592046" h="597432">
                <a:moveTo>
                  <a:pt x="0" y="0"/>
                </a:moveTo>
                <a:lnTo>
                  <a:pt x="592045" y="0"/>
                </a:lnTo>
                <a:lnTo>
                  <a:pt x="592045" y="597431"/>
                </a:lnTo>
                <a:lnTo>
                  <a:pt x="0" y="59743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CustomShape 7"/>
          <p:cNvSpPr/>
          <p:nvPr/>
        </p:nvSpPr>
        <p:spPr>
          <a:xfrm flipH="1" rot="7116600">
            <a:off x="16103160" y="6546960"/>
            <a:ext cx="976680" cy="985680"/>
          </a:xfrm>
          <a:custGeom>
            <a:avLst/>
            <a:gdLst/>
            <a:ahLst/>
            <a:rect l="l" t="t" r="r" b="b"/>
            <a:pathLst>
              <a:path w="977061" h="985949">
                <a:moveTo>
                  <a:pt x="977060" y="0"/>
                </a:moveTo>
                <a:lnTo>
                  <a:pt x="0" y="0"/>
                </a:lnTo>
                <a:lnTo>
                  <a:pt x="0" y="985949"/>
                </a:lnTo>
                <a:lnTo>
                  <a:pt x="977060" y="985949"/>
                </a:lnTo>
                <a:lnTo>
                  <a:pt x="977060" y="0"/>
                </a:lnTo>
                <a:close/>
              </a:path>
            </a:pathLst>
          </a:custGeom>
          <a:blipFill rotWithShape="0">
            <a:blip r:embed="rId6"/>
            <a:stretch>
              <a:fillRect l="-3779840" t="-4457957" r="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CustomShape 8"/>
          <p:cNvSpPr/>
          <p:nvPr/>
        </p:nvSpPr>
        <p:spPr>
          <a:xfrm rot="14938800">
            <a:off x="746640" y="4176000"/>
            <a:ext cx="563400" cy="558360"/>
          </a:xfrm>
          <a:custGeom>
            <a:avLst/>
            <a:gdLst/>
            <a:ahLst/>
            <a:rect l="l" t="t" r="r" b="b"/>
            <a:pathLst>
              <a:path w="563733" h="558845">
                <a:moveTo>
                  <a:pt x="0" y="0"/>
                </a:moveTo>
                <a:lnTo>
                  <a:pt x="563732" y="0"/>
                </a:lnTo>
                <a:lnTo>
                  <a:pt x="563732" y="558845"/>
                </a:lnTo>
                <a:lnTo>
                  <a:pt x="0" y="5588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tretch>
              <a:fillRect l="3768613" t="2301109" r="-866843" b="-1986223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CustomShape 9"/>
          <p:cNvSpPr/>
          <p:nvPr/>
        </p:nvSpPr>
        <p:spPr>
          <a:xfrm>
            <a:off x="3272040" y="7704720"/>
            <a:ext cx="3243600" cy="548280"/>
          </a:xfrm>
          <a:custGeom>
            <a:avLst/>
            <a:gdLst/>
            <a:ahLst/>
            <a:rect l="l" t="t" r="r" b="b"/>
            <a:pathLst>
              <a:path w="3244138" h="548554">
                <a:moveTo>
                  <a:pt x="0" y="0"/>
                </a:moveTo>
                <a:lnTo>
                  <a:pt x="3244138" y="0"/>
                </a:lnTo>
                <a:lnTo>
                  <a:pt x="3244138" y="548555"/>
                </a:lnTo>
                <a:lnTo>
                  <a:pt x="0" y="5485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CustomShape 10"/>
          <p:cNvSpPr/>
          <p:nvPr/>
        </p:nvSpPr>
        <p:spPr>
          <a:xfrm>
            <a:off x="6434280" y="7662600"/>
            <a:ext cx="3243600" cy="548280"/>
          </a:xfrm>
          <a:custGeom>
            <a:avLst/>
            <a:gdLst/>
            <a:ahLst/>
            <a:rect l="l" t="t" r="r" b="b"/>
            <a:pathLst>
              <a:path w="3244138" h="548554">
                <a:moveTo>
                  <a:pt x="0" y="0"/>
                </a:moveTo>
                <a:lnTo>
                  <a:pt x="3244138" y="0"/>
                </a:lnTo>
                <a:lnTo>
                  <a:pt x="3244138" y="548554"/>
                </a:lnTo>
                <a:lnTo>
                  <a:pt x="0" y="54855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CustomShape 11"/>
          <p:cNvSpPr/>
          <p:nvPr/>
        </p:nvSpPr>
        <p:spPr>
          <a:xfrm flipH="1">
            <a:off x="12272040" y="8253360"/>
            <a:ext cx="448920" cy="452880"/>
          </a:xfrm>
          <a:custGeom>
            <a:avLst/>
            <a:gdLst/>
            <a:ahLst/>
            <a:rect l="l" t="t" r="r" b="b"/>
            <a:pathLst>
              <a:path w="449178" h="453264">
                <a:moveTo>
                  <a:pt x="449178" y="0"/>
                </a:moveTo>
                <a:lnTo>
                  <a:pt x="0" y="0"/>
                </a:lnTo>
                <a:lnTo>
                  <a:pt x="0" y="453264"/>
                </a:lnTo>
                <a:lnTo>
                  <a:pt x="449178" y="453264"/>
                </a:lnTo>
                <a:lnTo>
                  <a:pt x="449178" y="0"/>
                </a:lnTo>
                <a:close/>
              </a:path>
            </a:pathLst>
          </a:custGeom>
          <a:blipFill rotWithShape="0">
            <a:blip r:embed="rId10"/>
            <a:stretch>
              <a:fillRect l="0" t="-4457957" r="-377984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CustomShape 12"/>
          <p:cNvSpPr/>
          <p:nvPr/>
        </p:nvSpPr>
        <p:spPr>
          <a:xfrm rot="13155000">
            <a:off x="11679840" y="4144680"/>
            <a:ext cx="563400" cy="558360"/>
          </a:xfrm>
          <a:custGeom>
            <a:avLst/>
            <a:gdLst/>
            <a:ahLst/>
            <a:rect l="l" t="t" r="r" b="b"/>
            <a:pathLst>
              <a:path w="563733" h="558845">
                <a:moveTo>
                  <a:pt x="0" y="0"/>
                </a:moveTo>
                <a:lnTo>
                  <a:pt x="563733" y="0"/>
                </a:lnTo>
                <a:lnTo>
                  <a:pt x="563733" y="558845"/>
                </a:lnTo>
                <a:lnTo>
                  <a:pt x="0" y="5588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tretch>
              <a:fillRect l="3768613" t="2301109" r="-866843" b="-1986223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2025-02-17T15:03:30Z</dcterms:modified>
  <cp:revision>2</cp:revision>
  <dc:subject/>
  <dc:title>Black and White Doodle Self Introduction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